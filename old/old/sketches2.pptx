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58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5A6F"/>
    <a:srgbClr val="EF6F53"/>
    <a:srgbClr val="FFFEE5"/>
    <a:srgbClr val="FFBC8E"/>
    <a:srgbClr val="CD645C"/>
    <a:srgbClr val="FCFDDE"/>
    <a:srgbClr val="11293C"/>
    <a:srgbClr val="FFFFFF"/>
    <a:srgbClr val="000000"/>
    <a:srgbClr val="4C8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81" autoAdjust="0"/>
    <p:restoredTop sz="94660"/>
  </p:normalViewPr>
  <p:slideViewPr>
    <p:cSldViewPr snapToGrid="0">
      <p:cViewPr>
        <p:scale>
          <a:sx n="142" d="100"/>
          <a:sy n="142" d="100"/>
        </p:scale>
        <p:origin x="1272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3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30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4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4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6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19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4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2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2654C-50C8-4E6B-9AEE-3A9B8B88C0CE}" type="datetimeFigureOut">
              <a:rPr lang="en-US" smtClean="0"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5F958-0BC2-41F8-BE02-B73FD78FC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5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5.png"/><Relationship Id="rId2" Type="http://schemas.openxmlformats.org/officeDocument/2006/relationships/image" Target="../media/image9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BD196AE-5080-72C4-4CC4-4ECBA9463A23}"/>
              </a:ext>
            </a:extLst>
          </p:cNvPr>
          <p:cNvSpPr/>
          <p:nvPr/>
        </p:nvSpPr>
        <p:spPr>
          <a:xfrm>
            <a:off x="9803241" y="9182425"/>
            <a:ext cx="1652839" cy="1626052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1EDA46-3DC3-3FE5-B182-96B0CB45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89" y="1566840"/>
            <a:ext cx="1052168" cy="19198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E20E5A7-F44C-16DA-66DB-2673CCA7D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626" y="3964700"/>
            <a:ext cx="1491343" cy="112301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8919D75-01C9-6A03-B32A-DD6589576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564" y="3913866"/>
            <a:ext cx="1443048" cy="627702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796AAB0-ECFB-5E7E-CB1E-149C2EC09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107" y="2137399"/>
            <a:ext cx="3743352" cy="1095383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5422278A-5A43-1936-6BC1-3C85207A7A64}"/>
              </a:ext>
            </a:extLst>
          </p:cNvPr>
          <p:cNvSpPr/>
          <p:nvPr/>
        </p:nvSpPr>
        <p:spPr>
          <a:xfrm>
            <a:off x="87464" y="78342"/>
            <a:ext cx="6709039" cy="9658816"/>
          </a:xfrm>
          <a:prstGeom prst="rect">
            <a:avLst/>
          </a:prstGeom>
          <a:noFill/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A magazine with many images&#10;&#10;Description automatically generated with medium confidence">
            <a:extLst>
              <a:ext uri="{FF2B5EF4-FFF2-40B4-BE49-F238E27FC236}">
                <a16:creationId xmlns:a16="http://schemas.microsoft.com/office/drawing/2014/main" id="{9C48CBE3-382C-555E-19D5-65E8309A637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1" r="33163" b="20808"/>
          <a:stretch/>
        </p:blipFill>
        <p:spPr>
          <a:xfrm>
            <a:off x="-7454663" y="-631478"/>
            <a:ext cx="7171259" cy="10537478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8C2D28E-83D2-A0D0-2E04-35656A8A5EBF}"/>
              </a:ext>
            </a:extLst>
          </p:cNvPr>
          <p:cNvSpPr/>
          <p:nvPr/>
        </p:nvSpPr>
        <p:spPr>
          <a:xfrm>
            <a:off x="3429000" y="163463"/>
            <a:ext cx="3265638" cy="9392035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29B48E-CE06-E442-8486-275F60D0F16C}"/>
              </a:ext>
            </a:extLst>
          </p:cNvPr>
          <p:cNvSpPr/>
          <p:nvPr/>
        </p:nvSpPr>
        <p:spPr>
          <a:xfrm>
            <a:off x="1812896" y="163463"/>
            <a:ext cx="1616103" cy="1852714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71FC63C-0CB9-1CBB-691E-0797B09F3026}"/>
              </a:ext>
            </a:extLst>
          </p:cNvPr>
          <p:cNvSpPr/>
          <p:nvPr/>
        </p:nvSpPr>
        <p:spPr>
          <a:xfrm>
            <a:off x="1812897" y="744533"/>
            <a:ext cx="1543564" cy="8926241"/>
          </a:xfrm>
          <a:prstGeom prst="rect">
            <a:avLst/>
          </a:prstGeom>
          <a:noFill/>
          <a:ln w="12700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D73E9A-A748-A746-A3A2-6B6DF87783DE}"/>
              </a:ext>
            </a:extLst>
          </p:cNvPr>
          <p:cNvSpPr/>
          <p:nvPr/>
        </p:nvSpPr>
        <p:spPr>
          <a:xfrm>
            <a:off x="163362" y="163464"/>
            <a:ext cx="1547669" cy="3473035"/>
          </a:xfrm>
          <a:prstGeom prst="rect">
            <a:avLst/>
          </a:prstGeom>
          <a:noFill/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E199085-9F0E-0CF4-A64D-6ABE7AA0BA3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" t="2137" r="229" b="2186"/>
          <a:stretch/>
        </p:blipFill>
        <p:spPr>
          <a:xfrm>
            <a:off x="1896422" y="350502"/>
            <a:ext cx="4725676" cy="581913"/>
          </a:xfrm>
          <a:prstGeom prst="roundRect">
            <a:avLst>
              <a:gd name="adj" fmla="val 8805"/>
            </a:avLst>
          </a:prstGeom>
        </p:spPr>
      </p:pic>
      <p:sp>
        <p:nvSpPr>
          <p:cNvPr id="61" name="Trapezoid 60">
            <a:extLst>
              <a:ext uri="{FF2B5EF4-FFF2-40B4-BE49-F238E27FC236}">
                <a16:creationId xmlns:a16="http://schemas.microsoft.com/office/drawing/2014/main" id="{4764213F-57BE-9667-3827-C682E08A03F4}"/>
              </a:ext>
            </a:extLst>
          </p:cNvPr>
          <p:cNvSpPr/>
          <p:nvPr/>
        </p:nvSpPr>
        <p:spPr>
          <a:xfrm flipV="1">
            <a:off x="4464050" y="141859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9F531E6-6884-9EA6-B798-ED9D0764660E}"/>
              </a:ext>
            </a:extLst>
          </p:cNvPr>
          <p:cNvSpPr/>
          <p:nvPr/>
        </p:nvSpPr>
        <p:spPr>
          <a:xfrm>
            <a:off x="163362" y="163462"/>
            <a:ext cx="1547669" cy="1272431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4A6757C-591F-294C-0749-EB2F2E1BDD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3027" y="2026344"/>
            <a:ext cx="2957583" cy="2236281"/>
          </a:xfrm>
          <a:prstGeom prst="rect">
            <a:avLst/>
          </a:prstGeom>
          <a:solidFill>
            <a:srgbClr val="CD645C"/>
          </a:solidFill>
          <a:ln>
            <a:solidFill>
              <a:srgbClr val="CD645C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EDE027B-1A0C-2047-3E25-60D7D8CA6B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5793" y="2070013"/>
            <a:ext cx="1491342" cy="18751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6EE0E43-CC39-3482-6E9C-B6A0F1B27DD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3C4D5D"/>
              </a:clrFrom>
              <a:clrTo>
                <a:srgbClr val="3C4D5D">
                  <a:alpha val="0"/>
                </a:srgbClr>
              </a:clrTo>
            </a:clrChange>
          </a:blip>
          <a:srcRect t="33777"/>
          <a:stretch/>
        </p:blipFill>
        <p:spPr>
          <a:xfrm>
            <a:off x="1896422" y="1070813"/>
            <a:ext cx="4672419" cy="81021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947B130-806D-02C3-19A2-3BBCAF07C3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140" y="265397"/>
            <a:ext cx="1414785" cy="107151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B8BDEA4-B64C-1CB4-CB34-EAE5D4D4425E}"/>
              </a:ext>
            </a:extLst>
          </p:cNvPr>
          <p:cNvSpPr/>
          <p:nvPr/>
        </p:nvSpPr>
        <p:spPr>
          <a:xfrm>
            <a:off x="163362" y="3636499"/>
            <a:ext cx="1547669" cy="6034275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F8A36A4-5C7A-D612-B7D1-9C8D0E4F7665}"/>
              </a:ext>
            </a:extLst>
          </p:cNvPr>
          <p:cNvSpPr/>
          <p:nvPr/>
        </p:nvSpPr>
        <p:spPr>
          <a:xfrm>
            <a:off x="163362" y="8987691"/>
            <a:ext cx="1547669" cy="683083"/>
          </a:xfrm>
          <a:prstGeom prst="rect">
            <a:avLst/>
          </a:prstGeom>
          <a:solidFill>
            <a:srgbClr val="EF6F5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925A0C14-BD23-2D16-1C40-83D3262806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790" y="3836538"/>
            <a:ext cx="1176346" cy="131446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BAA089F-5676-CB36-159C-F1A13572E4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23915" y="4404907"/>
            <a:ext cx="2762585" cy="148532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423C622-5992-55C4-0C73-548CB3799F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32626" y="5150998"/>
            <a:ext cx="1491343" cy="1647041"/>
          </a:xfrm>
          <a:prstGeom prst="rect">
            <a:avLst/>
          </a:prstGeom>
        </p:spPr>
      </p:pic>
      <p:sp>
        <p:nvSpPr>
          <p:cNvPr id="74" name="Trapezoid 73">
            <a:extLst>
              <a:ext uri="{FF2B5EF4-FFF2-40B4-BE49-F238E27FC236}">
                <a16:creationId xmlns:a16="http://schemas.microsoft.com/office/drawing/2014/main" id="{0960146D-4710-A760-3204-691CC945A4FD}"/>
              </a:ext>
            </a:extLst>
          </p:cNvPr>
          <p:cNvSpPr/>
          <p:nvPr/>
        </p:nvSpPr>
        <p:spPr>
          <a:xfrm rot="5400000" flipV="1">
            <a:off x="6031518" y="5181537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F6A6A939-D51A-BDB6-9AF0-E6DA95758D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63063" y="0"/>
            <a:ext cx="2143487" cy="305028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717D3EF-BC4F-B6B9-37C8-6D1049C5AD7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8213" y="7258010"/>
            <a:ext cx="1993885" cy="113150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F17A1D6E-3683-6BF2-DC39-505C5C76AAA6}"/>
              </a:ext>
            </a:extLst>
          </p:cNvPr>
          <p:cNvSpPr/>
          <p:nvPr/>
        </p:nvSpPr>
        <p:spPr>
          <a:xfrm>
            <a:off x="163362" y="6732748"/>
            <a:ext cx="1547669" cy="554734"/>
          </a:xfrm>
          <a:prstGeom prst="rect">
            <a:avLst/>
          </a:prstGeom>
          <a:solidFill>
            <a:srgbClr val="EF6F5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163CE2-D489-69C6-D518-9348E1731D08}"/>
              </a:ext>
            </a:extLst>
          </p:cNvPr>
          <p:cNvSpPr/>
          <p:nvPr/>
        </p:nvSpPr>
        <p:spPr>
          <a:xfrm>
            <a:off x="163362" y="5273956"/>
            <a:ext cx="1547669" cy="554734"/>
          </a:xfrm>
          <a:prstGeom prst="rect">
            <a:avLst/>
          </a:prstGeom>
          <a:solidFill>
            <a:srgbClr val="EF6F5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820C098-83E6-756E-CC1F-6007A4D06E25}"/>
              </a:ext>
            </a:extLst>
          </p:cNvPr>
          <p:cNvGrpSpPr/>
          <p:nvPr/>
        </p:nvGrpSpPr>
        <p:grpSpPr>
          <a:xfrm>
            <a:off x="-14401" y="-387040"/>
            <a:ext cx="4793685" cy="276399"/>
            <a:chOff x="-14401" y="-387040"/>
            <a:chExt cx="4793685" cy="27639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F81409B-96B1-5079-2C1D-490064FD7999}"/>
                </a:ext>
              </a:extLst>
            </p:cNvPr>
            <p:cNvSpPr/>
            <p:nvPr/>
          </p:nvSpPr>
          <p:spPr>
            <a:xfrm>
              <a:off x="-14401" y="-387040"/>
              <a:ext cx="465723" cy="276399"/>
            </a:xfrm>
            <a:prstGeom prst="rect">
              <a:avLst/>
            </a:prstGeom>
            <a:solidFill>
              <a:srgbClr val="1129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8E3EB3-2D1F-0AFF-0A23-19D4E2F8829F}"/>
                </a:ext>
              </a:extLst>
            </p:cNvPr>
            <p:cNvSpPr/>
            <p:nvPr/>
          </p:nvSpPr>
          <p:spPr>
            <a:xfrm>
              <a:off x="467299" y="-387040"/>
              <a:ext cx="465723" cy="276399"/>
            </a:xfrm>
            <a:prstGeom prst="rect">
              <a:avLst/>
            </a:prstGeom>
            <a:solidFill>
              <a:srgbClr val="4C80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64D49A5-31B5-F94A-0FC0-CEC9DE239B90}"/>
                </a:ext>
              </a:extLst>
            </p:cNvPr>
            <p:cNvSpPr/>
            <p:nvPr/>
          </p:nvSpPr>
          <p:spPr>
            <a:xfrm>
              <a:off x="948999" y="-387040"/>
              <a:ext cx="465723" cy="276399"/>
            </a:xfrm>
            <a:prstGeom prst="rect">
              <a:avLst/>
            </a:prstGeom>
            <a:solidFill>
              <a:srgbClr val="ACCCB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9F33AA9-483F-2B49-98E2-CA9FCE89275E}"/>
                </a:ext>
              </a:extLst>
            </p:cNvPr>
            <p:cNvSpPr/>
            <p:nvPr/>
          </p:nvSpPr>
          <p:spPr>
            <a:xfrm>
              <a:off x="1430699" y="-387040"/>
              <a:ext cx="465723" cy="276399"/>
            </a:xfrm>
            <a:prstGeom prst="rect">
              <a:avLst/>
            </a:prstGeom>
            <a:solidFill>
              <a:srgbClr val="FFFEE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54CD10D-6981-FB43-550D-6A886E7AE649}"/>
                </a:ext>
              </a:extLst>
            </p:cNvPr>
            <p:cNvSpPr/>
            <p:nvPr/>
          </p:nvSpPr>
          <p:spPr>
            <a:xfrm>
              <a:off x="1912399" y="-387040"/>
              <a:ext cx="465723" cy="276399"/>
            </a:xfrm>
            <a:prstGeom prst="rect">
              <a:avLst/>
            </a:prstGeom>
            <a:solidFill>
              <a:srgbClr val="9F5A6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9821FC-F565-0B80-0CF2-0D367AC0DBF1}"/>
                </a:ext>
              </a:extLst>
            </p:cNvPr>
            <p:cNvSpPr/>
            <p:nvPr/>
          </p:nvSpPr>
          <p:spPr>
            <a:xfrm>
              <a:off x="2394099" y="-387040"/>
              <a:ext cx="465723" cy="276399"/>
            </a:xfrm>
            <a:prstGeom prst="rect">
              <a:avLst/>
            </a:prstGeom>
            <a:solidFill>
              <a:srgbClr val="CD6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2AF745-5315-FB67-2FE0-6138EFDB184D}"/>
                </a:ext>
              </a:extLst>
            </p:cNvPr>
            <p:cNvSpPr/>
            <p:nvPr/>
          </p:nvSpPr>
          <p:spPr>
            <a:xfrm>
              <a:off x="3350165" y="-387040"/>
              <a:ext cx="465723" cy="276399"/>
            </a:xfrm>
            <a:prstGeom prst="rect">
              <a:avLst/>
            </a:prstGeom>
            <a:solidFill>
              <a:srgbClr val="FFBC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E3BBB8A-92E7-25DE-57F4-6FD7F3418E09}"/>
                </a:ext>
              </a:extLst>
            </p:cNvPr>
            <p:cNvSpPr/>
            <p:nvPr/>
          </p:nvSpPr>
          <p:spPr>
            <a:xfrm>
              <a:off x="3831865" y="-387040"/>
              <a:ext cx="465723" cy="2763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45AA0A9-4771-C93F-EA3D-DD0885AAC1B6}"/>
                </a:ext>
              </a:extLst>
            </p:cNvPr>
            <p:cNvSpPr/>
            <p:nvPr/>
          </p:nvSpPr>
          <p:spPr>
            <a:xfrm>
              <a:off x="4313561" y="-387040"/>
              <a:ext cx="465723" cy="2763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1C82252-1FDA-4992-D8BA-8403B5EA6E0E}"/>
                </a:ext>
              </a:extLst>
            </p:cNvPr>
            <p:cNvSpPr/>
            <p:nvPr/>
          </p:nvSpPr>
          <p:spPr>
            <a:xfrm>
              <a:off x="2875795" y="-387040"/>
              <a:ext cx="465723" cy="276399"/>
            </a:xfrm>
            <a:prstGeom prst="rect">
              <a:avLst/>
            </a:prstGeom>
            <a:solidFill>
              <a:srgbClr val="EF6F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Trapezoid 86">
            <a:extLst>
              <a:ext uri="{FF2B5EF4-FFF2-40B4-BE49-F238E27FC236}">
                <a16:creationId xmlns:a16="http://schemas.microsoft.com/office/drawing/2014/main" id="{5D8DAF63-D59F-B335-7A2D-9061DC8EE9D0}"/>
              </a:ext>
            </a:extLst>
          </p:cNvPr>
          <p:cNvSpPr/>
          <p:nvPr/>
        </p:nvSpPr>
        <p:spPr>
          <a:xfrm rot="5400000" flipV="1">
            <a:off x="1044259" y="8075167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A8BBA2-BB6A-6418-B472-45BC4A233900}"/>
              </a:ext>
            </a:extLst>
          </p:cNvPr>
          <p:cNvSpPr txBox="1"/>
          <p:nvPr/>
        </p:nvSpPr>
        <p:spPr>
          <a:xfrm>
            <a:off x="2875795" y="9732104"/>
            <a:ext cx="10741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/>
              <a:t>123</a:t>
            </a:r>
            <a:endParaRPr lang="en-US" sz="12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5569A7F-DDCF-21C6-A884-1D565B053775}"/>
              </a:ext>
            </a:extLst>
          </p:cNvPr>
          <p:cNvCxnSpPr/>
          <p:nvPr/>
        </p:nvCxnSpPr>
        <p:spPr>
          <a:xfrm>
            <a:off x="3523915" y="7131050"/>
            <a:ext cx="3170723" cy="0"/>
          </a:xfrm>
          <a:prstGeom prst="line">
            <a:avLst/>
          </a:prstGeom>
          <a:ln w="9525">
            <a:solidFill>
              <a:srgbClr val="EF6F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0BDF65A-17E6-ABED-EA45-E467DED9A4EF}"/>
              </a:ext>
            </a:extLst>
          </p:cNvPr>
          <p:cNvCxnSpPr>
            <a:cxnSpLocks/>
          </p:cNvCxnSpPr>
          <p:nvPr/>
        </p:nvCxnSpPr>
        <p:spPr>
          <a:xfrm>
            <a:off x="4558965" y="7131050"/>
            <a:ext cx="0" cy="2368550"/>
          </a:xfrm>
          <a:prstGeom prst="line">
            <a:avLst/>
          </a:prstGeom>
          <a:ln w="9525">
            <a:solidFill>
              <a:srgbClr val="EF6F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540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5422278A-5A43-1936-6BC1-3C85207A7A64}"/>
              </a:ext>
            </a:extLst>
          </p:cNvPr>
          <p:cNvSpPr/>
          <p:nvPr/>
        </p:nvSpPr>
        <p:spPr>
          <a:xfrm>
            <a:off x="87464" y="78342"/>
            <a:ext cx="6709039" cy="9658816"/>
          </a:xfrm>
          <a:prstGeom prst="rect">
            <a:avLst/>
          </a:prstGeom>
          <a:noFill/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8C2D28E-83D2-A0D0-2E04-35656A8A5EBF}"/>
              </a:ext>
            </a:extLst>
          </p:cNvPr>
          <p:cNvSpPr/>
          <p:nvPr/>
        </p:nvSpPr>
        <p:spPr>
          <a:xfrm>
            <a:off x="3429000" y="163463"/>
            <a:ext cx="3265638" cy="9507311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29B48E-CE06-E442-8486-275F60D0F16C}"/>
              </a:ext>
            </a:extLst>
          </p:cNvPr>
          <p:cNvSpPr/>
          <p:nvPr/>
        </p:nvSpPr>
        <p:spPr>
          <a:xfrm>
            <a:off x="1812896" y="163463"/>
            <a:ext cx="1616103" cy="1272430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71FC63C-0CB9-1CBB-691E-0797B09F3026}"/>
              </a:ext>
            </a:extLst>
          </p:cNvPr>
          <p:cNvSpPr/>
          <p:nvPr/>
        </p:nvSpPr>
        <p:spPr>
          <a:xfrm>
            <a:off x="1812897" y="1521014"/>
            <a:ext cx="1543564" cy="8149760"/>
          </a:xfrm>
          <a:prstGeom prst="rect">
            <a:avLst/>
          </a:prstGeom>
          <a:noFill/>
          <a:ln w="12700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D73E9A-A748-A746-A3A2-6B6DF87783DE}"/>
              </a:ext>
            </a:extLst>
          </p:cNvPr>
          <p:cNvSpPr/>
          <p:nvPr/>
        </p:nvSpPr>
        <p:spPr>
          <a:xfrm>
            <a:off x="163362" y="163464"/>
            <a:ext cx="1547669" cy="3473035"/>
          </a:xfrm>
          <a:prstGeom prst="rect">
            <a:avLst/>
          </a:prstGeom>
          <a:noFill/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rapezoid 60">
            <a:extLst>
              <a:ext uri="{FF2B5EF4-FFF2-40B4-BE49-F238E27FC236}">
                <a16:creationId xmlns:a16="http://schemas.microsoft.com/office/drawing/2014/main" id="{4764213F-57BE-9667-3827-C682E08A03F4}"/>
              </a:ext>
            </a:extLst>
          </p:cNvPr>
          <p:cNvSpPr/>
          <p:nvPr/>
        </p:nvSpPr>
        <p:spPr>
          <a:xfrm flipV="1">
            <a:off x="4464050" y="141859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9F531E6-6884-9EA6-B798-ED9D0764660E}"/>
              </a:ext>
            </a:extLst>
          </p:cNvPr>
          <p:cNvSpPr/>
          <p:nvPr/>
        </p:nvSpPr>
        <p:spPr>
          <a:xfrm>
            <a:off x="163362" y="163462"/>
            <a:ext cx="1547669" cy="1272431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B8BDEA4-B64C-1CB4-CB34-EAE5D4D4425E}"/>
              </a:ext>
            </a:extLst>
          </p:cNvPr>
          <p:cNvSpPr/>
          <p:nvPr/>
        </p:nvSpPr>
        <p:spPr>
          <a:xfrm>
            <a:off x="163362" y="3636499"/>
            <a:ext cx="1547669" cy="6034275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F8A36A4-5C7A-D612-B7D1-9C8D0E4F7665}"/>
              </a:ext>
            </a:extLst>
          </p:cNvPr>
          <p:cNvSpPr/>
          <p:nvPr/>
        </p:nvSpPr>
        <p:spPr>
          <a:xfrm>
            <a:off x="163362" y="8987691"/>
            <a:ext cx="1547669" cy="683083"/>
          </a:xfrm>
          <a:prstGeom prst="rect">
            <a:avLst/>
          </a:prstGeom>
          <a:solidFill>
            <a:srgbClr val="EF6F5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rapezoid 73">
            <a:extLst>
              <a:ext uri="{FF2B5EF4-FFF2-40B4-BE49-F238E27FC236}">
                <a16:creationId xmlns:a16="http://schemas.microsoft.com/office/drawing/2014/main" id="{0960146D-4710-A760-3204-691CC945A4FD}"/>
              </a:ext>
            </a:extLst>
          </p:cNvPr>
          <p:cNvSpPr/>
          <p:nvPr/>
        </p:nvSpPr>
        <p:spPr>
          <a:xfrm rot="5400000" flipV="1">
            <a:off x="6031518" y="5181537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17A1D6E-3683-6BF2-DC39-505C5C76AAA6}"/>
              </a:ext>
            </a:extLst>
          </p:cNvPr>
          <p:cNvSpPr/>
          <p:nvPr/>
        </p:nvSpPr>
        <p:spPr>
          <a:xfrm>
            <a:off x="163362" y="6732748"/>
            <a:ext cx="1547669" cy="554734"/>
          </a:xfrm>
          <a:prstGeom prst="rect">
            <a:avLst/>
          </a:prstGeom>
          <a:solidFill>
            <a:srgbClr val="EF6F5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163CE2-D489-69C6-D518-9348E1731D08}"/>
              </a:ext>
            </a:extLst>
          </p:cNvPr>
          <p:cNvSpPr/>
          <p:nvPr/>
        </p:nvSpPr>
        <p:spPr>
          <a:xfrm>
            <a:off x="163362" y="5273956"/>
            <a:ext cx="1547669" cy="554734"/>
          </a:xfrm>
          <a:prstGeom prst="rect">
            <a:avLst/>
          </a:prstGeom>
          <a:solidFill>
            <a:srgbClr val="EF6F53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820C098-83E6-756E-CC1F-6007A4D06E25}"/>
              </a:ext>
            </a:extLst>
          </p:cNvPr>
          <p:cNvGrpSpPr/>
          <p:nvPr/>
        </p:nvGrpSpPr>
        <p:grpSpPr>
          <a:xfrm>
            <a:off x="-14401" y="-387040"/>
            <a:ext cx="4793685" cy="276399"/>
            <a:chOff x="-14401" y="-387040"/>
            <a:chExt cx="4793685" cy="27639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F81409B-96B1-5079-2C1D-490064FD7999}"/>
                </a:ext>
              </a:extLst>
            </p:cNvPr>
            <p:cNvSpPr/>
            <p:nvPr/>
          </p:nvSpPr>
          <p:spPr>
            <a:xfrm>
              <a:off x="-14401" y="-387040"/>
              <a:ext cx="465723" cy="276399"/>
            </a:xfrm>
            <a:prstGeom prst="rect">
              <a:avLst/>
            </a:prstGeom>
            <a:solidFill>
              <a:srgbClr val="1129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8E3EB3-2D1F-0AFF-0A23-19D4E2F8829F}"/>
                </a:ext>
              </a:extLst>
            </p:cNvPr>
            <p:cNvSpPr/>
            <p:nvPr/>
          </p:nvSpPr>
          <p:spPr>
            <a:xfrm>
              <a:off x="467299" y="-387040"/>
              <a:ext cx="465723" cy="276399"/>
            </a:xfrm>
            <a:prstGeom prst="rect">
              <a:avLst/>
            </a:prstGeom>
            <a:solidFill>
              <a:srgbClr val="4C80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64D49A5-31B5-F94A-0FC0-CEC9DE239B90}"/>
                </a:ext>
              </a:extLst>
            </p:cNvPr>
            <p:cNvSpPr/>
            <p:nvPr/>
          </p:nvSpPr>
          <p:spPr>
            <a:xfrm>
              <a:off x="948999" y="-387040"/>
              <a:ext cx="465723" cy="276399"/>
            </a:xfrm>
            <a:prstGeom prst="rect">
              <a:avLst/>
            </a:prstGeom>
            <a:solidFill>
              <a:srgbClr val="ACCCB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9F33AA9-483F-2B49-98E2-CA9FCE89275E}"/>
                </a:ext>
              </a:extLst>
            </p:cNvPr>
            <p:cNvSpPr/>
            <p:nvPr/>
          </p:nvSpPr>
          <p:spPr>
            <a:xfrm>
              <a:off x="1430699" y="-387040"/>
              <a:ext cx="465723" cy="276399"/>
            </a:xfrm>
            <a:prstGeom prst="rect">
              <a:avLst/>
            </a:prstGeom>
            <a:solidFill>
              <a:srgbClr val="FFFEE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54CD10D-6981-FB43-550D-6A886E7AE649}"/>
                </a:ext>
              </a:extLst>
            </p:cNvPr>
            <p:cNvSpPr/>
            <p:nvPr/>
          </p:nvSpPr>
          <p:spPr>
            <a:xfrm>
              <a:off x="1912399" y="-387040"/>
              <a:ext cx="465723" cy="276399"/>
            </a:xfrm>
            <a:prstGeom prst="rect">
              <a:avLst/>
            </a:prstGeom>
            <a:solidFill>
              <a:srgbClr val="9F5A6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19821FC-F565-0B80-0CF2-0D367AC0DBF1}"/>
                </a:ext>
              </a:extLst>
            </p:cNvPr>
            <p:cNvSpPr/>
            <p:nvPr/>
          </p:nvSpPr>
          <p:spPr>
            <a:xfrm>
              <a:off x="2394099" y="-387040"/>
              <a:ext cx="465723" cy="276399"/>
            </a:xfrm>
            <a:prstGeom prst="rect">
              <a:avLst/>
            </a:prstGeom>
            <a:solidFill>
              <a:srgbClr val="CD6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2AF745-5315-FB67-2FE0-6138EFDB184D}"/>
                </a:ext>
              </a:extLst>
            </p:cNvPr>
            <p:cNvSpPr/>
            <p:nvPr/>
          </p:nvSpPr>
          <p:spPr>
            <a:xfrm>
              <a:off x="3350165" y="-387040"/>
              <a:ext cx="465723" cy="276399"/>
            </a:xfrm>
            <a:prstGeom prst="rect">
              <a:avLst/>
            </a:prstGeom>
            <a:solidFill>
              <a:srgbClr val="FFBC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E3BBB8A-92E7-25DE-57F4-6FD7F3418E09}"/>
                </a:ext>
              </a:extLst>
            </p:cNvPr>
            <p:cNvSpPr/>
            <p:nvPr/>
          </p:nvSpPr>
          <p:spPr>
            <a:xfrm>
              <a:off x="3831865" y="-387040"/>
              <a:ext cx="465723" cy="2763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45AA0A9-4771-C93F-EA3D-DD0885AAC1B6}"/>
                </a:ext>
              </a:extLst>
            </p:cNvPr>
            <p:cNvSpPr/>
            <p:nvPr/>
          </p:nvSpPr>
          <p:spPr>
            <a:xfrm>
              <a:off x="4313561" y="-387040"/>
              <a:ext cx="465723" cy="2763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1C82252-1FDA-4992-D8BA-8403B5EA6E0E}"/>
                </a:ext>
              </a:extLst>
            </p:cNvPr>
            <p:cNvSpPr/>
            <p:nvPr/>
          </p:nvSpPr>
          <p:spPr>
            <a:xfrm>
              <a:off x="2875795" y="-387040"/>
              <a:ext cx="465723" cy="276399"/>
            </a:xfrm>
            <a:prstGeom prst="rect">
              <a:avLst/>
            </a:prstGeom>
            <a:solidFill>
              <a:srgbClr val="EF6F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Trapezoid 86">
            <a:extLst>
              <a:ext uri="{FF2B5EF4-FFF2-40B4-BE49-F238E27FC236}">
                <a16:creationId xmlns:a16="http://schemas.microsoft.com/office/drawing/2014/main" id="{5D8DAF63-D59F-B335-7A2D-9061DC8EE9D0}"/>
              </a:ext>
            </a:extLst>
          </p:cNvPr>
          <p:cNvSpPr/>
          <p:nvPr/>
        </p:nvSpPr>
        <p:spPr>
          <a:xfrm rot="5400000" flipV="1">
            <a:off x="1044259" y="8075167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A8BBA2-BB6A-6418-B472-45BC4A233900}"/>
              </a:ext>
            </a:extLst>
          </p:cNvPr>
          <p:cNvSpPr txBox="1"/>
          <p:nvPr/>
        </p:nvSpPr>
        <p:spPr>
          <a:xfrm>
            <a:off x="2875795" y="9732104"/>
            <a:ext cx="10741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 dirty="0"/>
              <a:t>123</a:t>
            </a:r>
            <a:endParaRPr lang="en-US" sz="12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5569A7F-DDCF-21C6-A884-1D565B053775}"/>
              </a:ext>
            </a:extLst>
          </p:cNvPr>
          <p:cNvCxnSpPr/>
          <p:nvPr/>
        </p:nvCxnSpPr>
        <p:spPr>
          <a:xfrm>
            <a:off x="3523915" y="7131050"/>
            <a:ext cx="3170723" cy="0"/>
          </a:xfrm>
          <a:prstGeom prst="line">
            <a:avLst/>
          </a:prstGeom>
          <a:ln w="9525">
            <a:solidFill>
              <a:srgbClr val="EF6F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67B38C5-7F8D-F85E-3405-B379276B20FE}"/>
              </a:ext>
            </a:extLst>
          </p:cNvPr>
          <p:cNvGrpSpPr/>
          <p:nvPr/>
        </p:nvGrpSpPr>
        <p:grpSpPr>
          <a:xfrm>
            <a:off x="1861168" y="183286"/>
            <a:ext cx="2542428" cy="51935"/>
            <a:chOff x="2518277" y="7748649"/>
            <a:chExt cx="1828800" cy="32518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732288F-5B59-B8C7-66C2-1580C1AE850E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70F94A5-3BB0-B951-987A-76AAA74AEBFE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ACD9163-7F7E-C91C-6E8F-E094F7A0E03F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3829E59-6C45-2744-4A85-379E272A9255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040E630-54D3-5383-BC90-88FE05544B20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956593D-BC84-3641-7283-89B7F9028B77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54EAAB5-A547-BFA5-F4B7-5CCD3B4055CD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4F552CF-CA19-70BA-E9B6-46DDAEF80BCF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4FDA31E-92AD-2307-4DB1-C151E5FCD3AB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EC47D2-6258-B332-1345-FC11A8D1810C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6C289A-FEDB-7E60-7F57-A6B0CDCD5BC1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381926-3A45-6764-28DA-D69936374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4F49F2-C331-FD2F-913D-4AE27ED54753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61831D-7421-8848-160B-FF2AED16DB2F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4782BC-20DA-8170-5AD6-1459A53428C5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3192AA8-D241-A64D-5DD0-A19B310D8ACC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6F77C0-173D-563D-24E2-FCC3A50AE388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9C2D9A-3E54-C35E-139C-640E01E9F241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5F7388-915F-363B-A2A1-DA6F469C5BB4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DFCD8A-B964-33F7-3D44-25B9E161709A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47A287F-2F04-6254-0B85-41E78B40361D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FEF087F-2B82-3C31-0A9F-576A6910A860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DE03E1-7049-AEBF-4641-70CF3437A703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C04FD4-1115-6F61-A9F4-508AF0B85849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97E9017-A6F8-ABF8-D725-E321F3B53A11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F7677AB-A12C-5FDD-113D-D0CD6F527723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87BB3BD-39E0-69E8-F062-7D274FD579D9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931697-8FC7-1945-54D6-E96CBE9F7A41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17CAF8C-753E-FCE4-D038-1D29D397217D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3DD5AF-19BB-2596-98B6-18A66A677AFE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5E1722C-9584-BA06-5A38-BB923DBF3D2E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FB4B6E7-1EF7-B2EE-9E02-F29F7CBD13A6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11DBCC-1EFA-FD4C-3B53-93C7AED8BFAD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B112C8-1BBC-D4A0-648A-1BFB0931EC72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CD82805-67EC-0C75-8DBA-116D94719794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766FA22-B507-9854-3942-A91FFF51B308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3362D3A-1297-E0F3-B910-4C389DE0208B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D42A72F-3CEF-EE0A-1E76-3C49475B40C7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C49BB1E-0793-8658-83CD-1E98E667C0EC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668AEED-7DD2-50C0-838B-4E3025C706DF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91A2004-E906-2219-AB77-8B4E69228EF4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5B78B47-B848-B363-7649-EB7CEAEFF54D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49094AE-B385-6E23-B05F-230DE3B3CD29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983E2F8-1E69-2651-0A5D-9E6383DDC5F8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3CF414C-63EE-1F57-F716-4D08AB1C1C6F}"/>
              </a:ext>
            </a:extLst>
          </p:cNvPr>
          <p:cNvGrpSpPr/>
          <p:nvPr/>
        </p:nvGrpSpPr>
        <p:grpSpPr>
          <a:xfrm>
            <a:off x="182302" y="183286"/>
            <a:ext cx="1478162" cy="51935"/>
            <a:chOff x="182302" y="183286"/>
            <a:chExt cx="1478162" cy="51935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D4838DA-A25F-6F24-9A0F-73B984C172D4}"/>
                </a:ext>
              </a:extLst>
            </p:cNvPr>
            <p:cNvCxnSpPr>
              <a:cxnSpLocks/>
            </p:cNvCxnSpPr>
            <p:nvPr/>
          </p:nvCxnSpPr>
          <p:spPr>
            <a:xfrm>
              <a:off x="359680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E5B80A8-8511-9537-3F81-42E58D2E0268}"/>
                </a:ext>
              </a:extLst>
            </p:cNvPr>
            <p:cNvCxnSpPr>
              <a:cxnSpLocks/>
            </p:cNvCxnSpPr>
            <p:nvPr/>
          </p:nvCxnSpPr>
          <p:spPr>
            <a:xfrm>
              <a:off x="655310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F034F5A-7E87-BEC2-6A4F-D79BB723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91813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986553D-582B-32E1-6607-1479C01D13EA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91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8984F47-0D8C-DB44-8AAE-D84C0EEFA46A}"/>
                </a:ext>
              </a:extLst>
            </p:cNvPr>
            <p:cNvCxnSpPr>
              <a:cxnSpLocks/>
            </p:cNvCxnSpPr>
            <p:nvPr/>
          </p:nvCxnSpPr>
          <p:spPr>
            <a:xfrm>
              <a:off x="1305695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0F99E1C-9F7D-7C14-CA56-74D14F1BEC47}"/>
                </a:ext>
              </a:extLst>
            </p:cNvPr>
            <p:cNvCxnSpPr>
              <a:cxnSpLocks/>
            </p:cNvCxnSpPr>
            <p:nvPr/>
          </p:nvCxnSpPr>
          <p:spPr>
            <a:xfrm>
              <a:off x="182302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95EFFCD-D36A-07B1-DD35-BFDF79087C48}"/>
                </a:ext>
              </a:extLst>
            </p:cNvPr>
            <p:cNvCxnSpPr>
              <a:cxnSpLocks/>
            </p:cNvCxnSpPr>
            <p:nvPr/>
          </p:nvCxnSpPr>
          <p:spPr>
            <a:xfrm>
              <a:off x="418806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571A524-4CDB-31B0-9DC2-BC4FE3F799C6}"/>
                </a:ext>
              </a:extLst>
            </p:cNvPr>
            <p:cNvCxnSpPr>
              <a:cxnSpLocks/>
            </p:cNvCxnSpPr>
            <p:nvPr/>
          </p:nvCxnSpPr>
          <p:spPr>
            <a:xfrm>
              <a:off x="714436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C9C4901-E886-E9C5-890D-251B5900F93D}"/>
                </a:ext>
              </a:extLst>
            </p:cNvPr>
            <p:cNvCxnSpPr>
              <a:cxnSpLocks/>
            </p:cNvCxnSpPr>
            <p:nvPr/>
          </p:nvCxnSpPr>
          <p:spPr>
            <a:xfrm>
              <a:off x="950939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4DBE32C-906A-BB7E-7F8D-AACCACE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1128317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F46D08-8318-F47F-7394-EA755F6BFF66}"/>
                </a:ext>
              </a:extLst>
            </p:cNvPr>
            <p:cNvCxnSpPr>
              <a:cxnSpLocks/>
            </p:cNvCxnSpPr>
            <p:nvPr/>
          </p:nvCxnSpPr>
          <p:spPr>
            <a:xfrm>
              <a:off x="1364821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0ED0217-79A6-C43E-399A-115F2E99764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198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094480-46A1-AB5C-722A-D98F899A3186}"/>
                </a:ext>
              </a:extLst>
            </p:cNvPr>
            <p:cNvCxnSpPr>
              <a:cxnSpLocks/>
            </p:cNvCxnSpPr>
            <p:nvPr/>
          </p:nvCxnSpPr>
          <p:spPr>
            <a:xfrm>
              <a:off x="300554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989D4E6-06FA-163F-33EC-9155D93BD681}"/>
                </a:ext>
              </a:extLst>
            </p:cNvPr>
            <p:cNvCxnSpPr>
              <a:cxnSpLocks/>
            </p:cNvCxnSpPr>
            <p:nvPr/>
          </p:nvCxnSpPr>
          <p:spPr>
            <a:xfrm>
              <a:off x="537058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6312B8-75D4-9921-13B8-E5A874D0CD07}"/>
                </a:ext>
              </a:extLst>
            </p:cNvPr>
            <p:cNvCxnSpPr>
              <a:cxnSpLocks/>
            </p:cNvCxnSpPr>
            <p:nvPr/>
          </p:nvCxnSpPr>
          <p:spPr>
            <a:xfrm>
              <a:off x="832687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6E809D3-368E-F29C-602C-5B98A19B1667}"/>
                </a:ext>
              </a:extLst>
            </p:cNvPr>
            <p:cNvCxnSpPr>
              <a:cxnSpLocks/>
            </p:cNvCxnSpPr>
            <p:nvPr/>
          </p:nvCxnSpPr>
          <p:spPr>
            <a:xfrm>
              <a:off x="596184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CB0D19A-A90A-C395-CF4C-DAEAAEAF48A2}"/>
                </a:ext>
              </a:extLst>
            </p:cNvPr>
            <p:cNvCxnSpPr>
              <a:cxnSpLocks/>
            </p:cNvCxnSpPr>
            <p:nvPr/>
          </p:nvCxnSpPr>
          <p:spPr>
            <a:xfrm>
              <a:off x="1246569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17B961A-B26C-EB2A-41C0-F7FB83A83466}"/>
                </a:ext>
              </a:extLst>
            </p:cNvPr>
            <p:cNvCxnSpPr>
              <a:cxnSpLocks/>
            </p:cNvCxnSpPr>
            <p:nvPr/>
          </p:nvCxnSpPr>
          <p:spPr>
            <a:xfrm>
              <a:off x="1483072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1CCE556-EBEC-A193-75F4-72D3F91432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428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AFA5E2C-A387-57F0-047F-789A14F570B8}"/>
                </a:ext>
              </a:extLst>
            </p:cNvPr>
            <p:cNvCxnSpPr>
              <a:cxnSpLocks/>
            </p:cNvCxnSpPr>
            <p:nvPr/>
          </p:nvCxnSpPr>
          <p:spPr>
            <a:xfrm>
              <a:off x="477932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475A761-5815-B531-B5F4-6FED970388E5}"/>
                </a:ext>
              </a:extLst>
            </p:cNvPr>
            <p:cNvCxnSpPr>
              <a:cxnSpLocks/>
            </p:cNvCxnSpPr>
            <p:nvPr/>
          </p:nvCxnSpPr>
          <p:spPr>
            <a:xfrm>
              <a:off x="773561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D7C89AA-C4CD-403F-511F-5873B8F9F831}"/>
                </a:ext>
              </a:extLst>
            </p:cNvPr>
            <p:cNvCxnSpPr>
              <a:cxnSpLocks/>
            </p:cNvCxnSpPr>
            <p:nvPr/>
          </p:nvCxnSpPr>
          <p:spPr>
            <a:xfrm>
              <a:off x="1010065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935F3D7-E061-4F3F-775D-D9DADD60A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87443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2DF7B7A-2F72-7FA6-2D58-323A414EE1CD}"/>
                </a:ext>
              </a:extLst>
            </p:cNvPr>
            <p:cNvCxnSpPr>
              <a:cxnSpLocks/>
            </p:cNvCxnSpPr>
            <p:nvPr/>
          </p:nvCxnSpPr>
          <p:spPr>
            <a:xfrm>
              <a:off x="1423946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4B81AD9-042A-05C7-D54A-32652880A127}"/>
                </a:ext>
              </a:extLst>
            </p:cNvPr>
            <p:cNvCxnSpPr>
              <a:cxnSpLocks/>
            </p:cNvCxnSpPr>
            <p:nvPr/>
          </p:nvCxnSpPr>
          <p:spPr>
            <a:xfrm>
              <a:off x="1601324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8425164-2863-760F-5CDE-F408FA17F5EC}"/>
                </a:ext>
              </a:extLst>
            </p:cNvPr>
            <p:cNvCxnSpPr>
              <a:cxnSpLocks/>
            </p:cNvCxnSpPr>
            <p:nvPr/>
          </p:nvCxnSpPr>
          <p:spPr>
            <a:xfrm>
              <a:off x="1660464" y="183286"/>
              <a:ext cx="0" cy="51935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Block Arc 136">
            <a:extLst>
              <a:ext uri="{FF2B5EF4-FFF2-40B4-BE49-F238E27FC236}">
                <a16:creationId xmlns:a16="http://schemas.microsoft.com/office/drawing/2014/main" id="{B2FA36F8-7C0E-16C7-7512-11E91C75081B}"/>
              </a:ext>
            </a:extLst>
          </p:cNvPr>
          <p:cNvSpPr/>
          <p:nvPr/>
        </p:nvSpPr>
        <p:spPr>
          <a:xfrm>
            <a:off x="387564" y="2015257"/>
            <a:ext cx="1164650" cy="1164650"/>
          </a:xfrm>
          <a:prstGeom prst="blockArc">
            <a:avLst>
              <a:gd name="adj1" fmla="val 17574055"/>
              <a:gd name="adj2" fmla="val 13781352"/>
              <a:gd name="adj3" fmla="val 14315"/>
            </a:avLst>
          </a:prstGeom>
          <a:solidFill>
            <a:srgbClr val="4C8093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8" name="Block Arc 137">
            <a:extLst>
              <a:ext uri="{FF2B5EF4-FFF2-40B4-BE49-F238E27FC236}">
                <a16:creationId xmlns:a16="http://schemas.microsoft.com/office/drawing/2014/main" id="{2E99B1B6-4FD4-B106-5680-71500EE7EEF6}"/>
              </a:ext>
            </a:extLst>
          </p:cNvPr>
          <p:cNvSpPr/>
          <p:nvPr/>
        </p:nvSpPr>
        <p:spPr>
          <a:xfrm>
            <a:off x="228746" y="1856439"/>
            <a:ext cx="1482285" cy="1482285"/>
          </a:xfrm>
          <a:prstGeom prst="blockArc">
            <a:avLst>
              <a:gd name="adj1" fmla="val 14616225"/>
              <a:gd name="adj2" fmla="val 16834430"/>
              <a:gd name="adj3" fmla="val 23456"/>
            </a:avLst>
          </a:prstGeom>
          <a:solidFill>
            <a:srgbClr val="4C8093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9" name="Block Arc 138">
            <a:extLst>
              <a:ext uri="{FF2B5EF4-FFF2-40B4-BE49-F238E27FC236}">
                <a16:creationId xmlns:a16="http://schemas.microsoft.com/office/drawing/2014/main" id="{63147E12-D0B4-6519-5113-B637AF8607A8}"/>
              </a:ext>
            </a:extLst>
          </p:cNvPr>
          <p:cNvSpPr/>
          <p:nvPr/>
        </p:nvSpPr>
        <p:spPr>
          <a:xfrm>
            <a:off x="228746" y="1856439"/>
            <a:ext cx="1482285" cy="1482285"/>
          </a:xfrm>
          <a:prstGeom prst="blockArc">
            <a:avLst>
              <a:gd name="adj1" fmla="val 12498143"/>
              <a:gd name="adj2" fmla="val 13781352"/>
              <a:gd name="adj3" fmla="val 14315"/>
            </a:avLst>
          </a:prstGeom>
          <a:solidFill>
            <a:srgbClr val="11293C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0" name="Block Arc 139">
            <a:extLst>
              <a:ext uri="{FF2B5EF4-FFF2-40B4-BE49-F238E27FC236}">
                <a16:creationId xmlns:a16="http://schemas.microsoft.com/office/drawing/2014/main" id="{976E842A-E128-458C-C781-11679A5EEF5C}"/>
              </a:ext>
            </a:extLst>
          </p:cNvPr>
          <p:cNvSpPr/>
          <p:nvPr/>
        </p:nvSpPr>
        <p:spPr>
          <a:xfrm>
            <a:off x="228746" y="1856439"/>
            <a:ext cx="1482285" cy="1482285"/>
          </a:xfrm>
          <a:prstGeom prst="blockArc">
            <a:avLst>
              <a:gd name="adj1" fmla="val 1197972"/>
              <a:gd name="adj2" fmla="val 3203204"/>
              <a:gd name="adj3" fmla="val 21208"/>
            </a:avLst>
          </a:prstGeom>
          <a:solidFill>
            <a:srgbClr val="11293C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1" name="Block Arc 140">
            <a:extLst>
              <a:ext uri="{FF2B5EF4-FFF2-40B4-BE49-F238E27FC236}">
                <a16:creationId xmlns:a16="http://schemas.microsoft.com/office/drawing/2014/main" id="{0AC932E4-43C7-4BD0-92A5-B8F41653B5C5}"/>
              </a:ext>
            </a:extLst>
          </p:cNvPr>
          <p:cNvSpPr/>
          <p:nvPr/>
        </p:nvSpPr>
        <p:spPr>
          <a:xfrm>
            <a:off x="228746" y="1856439"/>
            <a:ext cx="1482285" cy="1482285"/>
          </a:xfrm>
          <a:prstGeom prst="blockArc">
            <a:avLst>
              <a:gd name="adj1" fmla="val 3943506"/>
              <a:gd name="adj2" fmla="val 5657689"/>
              <a:gd name="adj3" fmla="val 20470"/>
            </a:avLst>
          </a:prstGeom>
          <a:solidFill>
            <a:srgbClr val="11293C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Block Arc 141">
            <a:extLst>
              <a:ext uri="{FF2B5EF4-FFF2-40B4-BE49-F238E27FC236}">
                <a16:creationId xmlns:a16="http://schemas.microsoft.com/office/drawing/2014/main" id="{BAEA2E12-FB1A-23FB-63A8-92540E8A8566}"/>
              </a:ext>
            </a:extLst>
          </p:cNvPr>
          <p:cNvSpPr/>
          <p:nvPr/>
        </p:nvSpPr>
        <p:spPr>
          <a:xfrm>
            <a:off x="228746" y="1856439"/>
            <a:ext cx="1482285" cy="1482285"/>
          </a:xfrm>
          <a:prstGeom prst="blockArc">
            <a:avLst>
              <a:gd name="adj1" fmla="val 6261916"/>
              <a:gd name="adj2" fmla="val 7525055"/>
              <a:gd name="adj3" fmla="val 19812"/>
            </a:avLst>
          </a:prstGeom>
          <a:solidFill>
            <a:srgbClr val="FFBC8E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3" name="Block Arc 142">
            <a:extLst>
              <a:ext uri="{FF2B5EF4-FFF2-40B4-BE49-F238E27FC236}">
                <a16:creationId xmlns:a16="http://schemas.microsoft.com/office/drawing/2014/main" id="{7F78B9B5-003F-1AC8-3676-86481F2C1CA2}"/>
              </a:ext>
            </a:extLst>
          </p:cNvPr>
          <p:cNvSpPr/>
          <p:nvPr/>
        </p:nvSpPr>
        <p:spPr>
          <a:xfrm>
            <a:off x="228746" y="1856439"/>
            <a:ext cx="1482285" cy="1482285"/>
          </a:xfrm>
          <a:prstGeom prst="blockArc">
            <a:avLst>
              <a:gd name="adj1" fmla="val 8220715"/>
              <a:gd name="adj2" fmla="val 10571043"/>
              <a:gd name="adj3" fmla="val 5195"/>
            </a:avLst>
          </a:prstGeom>
          <a:solidFill>
            <a:srgbClr val="CD645C"/>
          </a:solidFill>
          <a:ln>
            <a:solidFill>
              <a:srgbClr val="CD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" name="Trapezoid 143">
            <a:extLst>
              <a:ext uri="{FF2B5EF4-FFF2-40B4-BE49-F238E27FC236}">
                <a16:creationId xmlns:a16="http://schemas.microsoft.com/office/drawing/2014/main" id="{7A3B8428-BCAA-BD17-1F63-C3D461D5CFC7}"/>
              </a:ext>
            </a:extLst>
          </p:cNvPr>
          <p:cNvSpPr/>
          <p:nvPr/>
        </p:nvSpPr>
        <p:spPr>
          <a:xfrm rot="10800000" flipV="1">
            <a:off x="280951" y="1338439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rapezoid 144">
            <a:extLst>
              <a:ext uri="{FF2B5EF4-FFF2-40B4-BE49-F238E27FC236}">
                <a16:creationId xmlns:a16="http://schemas.microsoft.com/office/drawing/2014/main" id="{0F732C7F-C0A3-BF8B-0045-279816491C35}"/>
              </a:ext>
            </a:extLst>
          </p:cNvPr>
          <p:cNvSpPr/>
          <p:nvPr/>
        </p:nvSpPr>
        <p:spPr>
          <a:xfrm flipV="1">
            <a:off x="280951" y="3621399"/>
            <a:ext cx="1261247" cy="124840"/>
          </a:xfrm>
          <a:prstGeom prst="trapezoid">
            <a:avLst>
              <a:gd name="adj" fmla="val 60616"/>
            </a:avLst>
          </a:prstGeom>
          <a:solidFill>
            <a:srgbClr val="FCF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7D044E0-4C2F-578F-FC7F-D590673C92FE}"/>
              </a:ext>
            </a:extLst>
          </p:cNvPr>
          <p:cNvSpPr/>
          <p:nvPr/>
        </p:nvSpPr>
        <p:spPr>
          <a:xfrm>
            <a:off x="5808693" y="227600"/>
            <a:ext cx="150459" cy="45719"/>
          </a:xfrm>
          <a:prstGeom prst="rect">
            <a:avLst/>
          </a:prstGeom>
          <a:solidFill>
            <a:srgbClr val="9F5A6F"/>
          </a:solidFill>
          <a:ln w="28575">
            <a:solidFill>
              <a:srgbClr val="9F5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B73CC64-4491-0550-7911-55E38B7CD834}"/>
              </a:ext>
            </a:extLst>
          </p:cNvPr>
          <p:cNvSpPr/>
          <p:nvPr/>
        </p:nvSpPr>
        <p:spPr>
          <a:xfrm>
            <a:off x="6033210" y="227600"/>
            <a:ext cx="150459" cy="45719"/>
          </a:xfrm>
          <a:prstGeom prst="rect">
            <a:avLst/>
          </a:prstGeom>
          <a:solidFill>
            <a:srgbClr val="CD645C"/>
          </a:solidFill>
          <a:ln w="28575">
            <a:solidFill>
              <a:srgbClr val="CD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E41F90A-E908-5AF1-2E83-7C8DADDD6B75}"/>
              </a:ext>
            </a:extLst>
          </p:cNvPr>
          <p:cNvSpPr/>
          <p:nvPr/>
        </p:nvSpPr>
        <p:spPr>
          <a:xfrm>
            <a:off x="6257727" y="227600"/>
            <a:ext cx="150459" cy="45719"/>
          </a:xfrm>
          <a:prstGeom prst="rect">
            <a:avLst/>
          </a:prstGeom>
          <a:solidFill>
            <a:srgbClr val="ACCCBC"/>
          </a:solidFill>
          <a:ln w="28575">
            <a:solidFill>
              <a:srgbClr val="AC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369BB8D-9ED5-DF22-38EF-C76B20614D4E}"/>
              </a:ext>
            </a:extLst>
          </p:cNvPr>
          <p:cNvSpPr/>
          <p:nvPr/>
        </p:nvSpPr>
        <p:spPr>
          <a:xfrm>
            <a:off x="6477520" y="227600"/>
            <a:ext cx="150459" cy="45719"/>
          </a:xfrm>
          <a:prstGeom prst="rect">
            <a:avLst/>
          </a:prstGeom>
          <a:solidFill>
            <a:srgbClr val="FFFEE5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Block Arc 157">
            <a:extLst>
              <a:ext uri="{FF2B5EF4-FFF2-40B4-BE49-F238E27FC236}">
                <a16:creationId xmlns:a16="http://schemas.microsoft.com/office/drawing/2014/main" id="{C2AE047E-20E6-98B9-3852-61CCB4F246FC}"/>
              </a:ext>
            </a:extLst>
          </p:cNvPr>
          <p:cNvSpPr/>
          <p:nvPr/>
        </p:nvSpPr>
        <p:spPr>
          <a:xfrm>
            <a:off x="576474" y="2207529"/>
            <a:ext cx="786830" cy="786830"/>
          </a:xfrm>
          <a:prstGeom prst="blockArc">
            <a:avLst>
              <a:gd name="adj1" fmla="val 17574055"/>
              <a:gd name="adj2" fmla="val 15414043"/>
              <a:gd name="adj3" fmla="val 8463"/>
            </a:avLst>
          </a:prstGeom>
          <a:solidFill>
            <a:srgbClr val="EF6F53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9" name="Block Arc 158">
            <a:extLst>
              <a:ext uri="{FF2B5EF4-FFF2-40B4-BE49-F238E27FC236}">
                <a16:creationId xmlns:a16="http://schemas.microsoft.com/office/drawing/2014/main" id="{5E5CD783-DCF2-31BE-B275-E94AFCCFA675}"/>
              </a:ext>
            </a:extLst>
          </p:cNvPr>
          <p:cNvSpPr/>
          <p:nvPr/>
        </p:nvSpPr>
        <p:spPr>
          <a:xfrm>
            <a:off x="645763" y="2282638"/>
            <a:ext cx="648252" cy="648252"/>
          </a:xfrm>
          <a:prstGeom prst="blockArc">
            <a:avLst>
              <a:gd name="adj1" fmla="val 10023487"/>
              <a:gd name="adj2" fmla="val 9387387"/>
              <a:gd name="adj3" fmla="val 44822"/>
            </a:avLst>
          </a:prstGeom>
          <a:solidFill>
            <a:srgbClr val="9F5A6F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99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F1BC7D-A0DA-03E7-1A11-5C9ED01B32FD}"/>
              </a:ext>
            </a:extLst>
          </p:cNvPr>
          <p:cNvSpPr/>
          <p:nvPr/>
        </p:nvSpPr>
        <p:spPr>
          <a:xfrm>
            <a:off x="2285999" y="677458"/>
            <a:ext cx="4320769" cy="9057210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EDD213F-844A-2E84-E3DB-462EF827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409" y="7978275"/>
            <a:ext cx="5451210" cy="142740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168FC8-C62C-097E-5F8E-93E3731858DC}"/>
              </a:ext>
            </a:extLst>
          </p:cNvPr>
          <p:cNvSpPr/>
          <p:nvPr/>
        </p:nvSpPr>
        <p:spPr>
          <a:xfrm>
            <a:off x="157654" y="671718"/>
            <a:ext cx="2128345" cy="9062950"/>
          </a:xfrm>
          <a:prstGeom prst="rect">
            <a:avLst/>
          </a:prstGeom>
          <a:solidFill>
            <a:srgbClr val="CD645C"/>
          </a:solidFill>
          <a:ln w="28575">
            <a:solidFill>
              <a:srgbClr val="CD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46E810-0157-03E7-CC99-1998FD690451}"/>
              </a:ext>
            </a:extLst>
          </p:cNvPr>
          <p:cNvGrpSpPr/>
          <p:nvPr/>
        </p:nvGrpSpPr>
        <p:grpSpPr>
          <a:xfrm>
            <a:off x="302388" y="756147"/>
            <a:ext cx="6151292" cy="8829175"/>
            <a:chOff x="194021" y="290992"/>
            <a:chExt cx="6362164" cy="8937120"/>
          </a:xfrm>
        </p:grpSpPr>
        <p:pic>
          <p:nvPicPr>
            <p:cNvPr id="3" name="Picture 2" descr="A black and white screen with white text&#10;&#10;Description automatically generated">
              <a:extLst>
                <a:ext uri="{FF2B5EF4-FFF2-40B4-BE49-F238E27FC236}">
                  <a16:creationId xmlns:a16="http://schemas.microsoft.com/office/drawing/2014/main" id="{FF5E9364-6B42-F61A-906E-F22A5A73E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560" y="290992"/>
              <a:ext cx="1929410" cy="97435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5" name="Picture 4" descr="A black and white sign with text&#10;&#10;Description automatically generated">
              <a:extLst>
                <a:ext uri="{FF2B5EF4-FFF2-40B4-BE49-F238E27FC236}">
                  <a16:creationId xmlns:a16="http://schemas.microsoft.com/office/drawing/2014/main" id="{AB974BB4-16A9-8B60-2E6C-99DEE9C0B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290992"/>
              <a:ext cx="1929408" cy="71388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7" name="Picture 6" descr="A screenshot of a computer game&#10;&#10;Description automatically generated">
              <a:extLst>
                <a:ext uri="{FF2B5EF4-FFF2-40B4-BE49-F238E27FC236}">
                  <a16:creationId xmlns:a16="http://schemas.microsoft.com/office/drawing/2014/main" id="{7A589C51-3A45-A6B4-BDF7-C8B999775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345" y="290992"/>
              <a:ext cx="1929409" cy="218988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9" name="Picture 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D63C068-7783-A5CC-AC2B-77B699A18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1199721"/>
              <a:ext cx="1929409" cy="14952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1" name="Picture 1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02242A1-C6DC-4D89-BAA2-E1D849958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022" y="4205354"/>
              <a:ext cx="1929409" cy="14952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3" name="Picture 1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AFB4083-A6AD-EB3E-43B1-683486907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561" y="1385932"/>
              <a:ext cx="1929409" cy="132164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5" name="Picture 1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2854C28-A22D-5D70-26C1-C6AC02D1C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236" y="5560548"/>
              <a:ext cx="1929409" cy="132164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7" name="Picture 1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21C74A4-4183-EEEE-7A37-24717F3B2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2828165"/>
              <a:ext cx="1929409" cy="14952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9" name="Picture 1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E3807F0-B941-253A-CD22-981B9213D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021" y="7559173"/>
              <a:ext cx="1929410" cy="166893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21" name="Picture 2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325303C-5374-8F2F-B9AE-C64B12783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022" y="5813429"/>
              <a:ext cx="1929410" cy="166893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23" name="Picture 2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6072622F-99D9-B7F7-50C2-73D85EC59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4482327"/>
              <a:ext cx="1929409" cy="20162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25" name="Picture 2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285D0C4-F8DB-410D-E721-9C358882E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237" y="3899857"/>
              <a:ext cx="1929409" cy="14952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27" name="Picture 2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207B906-0B8F-7567-C500-8833D3823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345" y="2580339"/>
              <a:ext cx="1929409" cy="14952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29" name="Picture 28" descr="A screen shot of a game&#10;&#10;Description automatically generated">
              <a:extLst>
                <a:ext uri="{FF2B5EF4-FFF2-40B4-BE49-F238E27FC236}">
                  <a16:creationId xmlns:a16="http://schemas.microsoft.com/office/drawing/2014/main" id="{7AB7EE4E-0E25-1204-4A8B-E86C9DE52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560" y="2828165"/>
              <a:ext cx="1929410" cy="8875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152AC0-54ED-8A50-D2BE-0C67D099F0E4}"/>
              </a:ext>
            </a:extLst>
          </p:cNvPr>
          <p:cNvGrpSpPr/>
          <p:nvPr/>
        </p:nvGrpSpPr>
        <p:grpSpPr>
          <a:xfrm>
            <a:off x="-14401" y="-387040"/>
            <a:ext cx="4319319" cy="276399"/>
            <a:chOff x="104931" y="-599607"/>
            <a:chExt cx="4319319" cy="46572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DA000CF-AE4B-1AAA-E144-713B1F15055E}"/>
                </a:ext>
              </a:extLst>
            </p:cNvPr>
            <p:cNvSpPr/>
            <p:nvPr/>
          </p:nvSpPr>
          <p:spPr>
            <a:xfrm>
              <a:off x="104931" y="-599607"/>
              <a:ext cx="465723" cy="465723"/>
            </a:xfrm>
            <a:prstGeom prst="rect">
              <a:avLst/>
            </a:prstGeom>
            <a:solidFill>
              <a:srgbClr val="1129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B8328C-69C8-DE1F-CB29-97DA8E06F47F}"/>
                </a:ext>
              </a:extLst>
            </p:cNvPr>
            <p:cNvSpPr/>
            <p:nvPr/>
          </p:nvSpPr>
          <p:spPr>
            <a:xfrm>
              <a:off x="586631" y="-599607"/>
              <a:ext cx="465723" cy="465723"/>
            </a:xfrm>
            <a:prstGeom prst="rect">
              <a:avLst/>
            </a:prstGeom>
            <a:solidFill>
              <a:srgbClr val="4C80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96CF4E4-AA0C-9C07-2B8E-76A396AF8269}"/>
                </a:ext>
              </a:extLst>
            </p:cNvPr>
            <p:cNvSpPr/>
            <p:nvPr/>
          </p:nvSpPr>
          <p:spPr>
            <a:xfrm>
              <a:off x="1068331" y="-599607"/>
              <a:ext cx="465723" cy="465723"/>
            </a:xfrm>
            <a:prstGeom prst="rect">
              <a:avLst/>
            </a:prstGeom>
            <a:solidFill>
              <a:srgbClr val="ACCCB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EB3063F-5537-C5D7-6B7B-0238B3E9CB9A}"/>
                </a:ext>
              </a:extLst>
            </p:cNvPr>
            <p:cNvSpPr/>
            <p:nvPr/>
          </p:nvSpPr>
          <p:spPr>
            <a:xfrm>
              <a:off x="1550031" y="-599607"/>
              <a:ext cx="465723" cy="465723"/>
            </a:xfrm>
            <a:prstGeom prst="rect">
              <a:avLst/>
            </a:prstGeom>
            <a:solidFill>
              <a:srgbClr val="FFFEE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D0BA698-1F3B-2836-A59E-3FE8805F69FE}"/>
                </a:ext>
              </a:extLst>
            </p:cNvPr>
            <p:cNvSpPr/>
            <p:nvPr/>
          </p:nvSpPr>
          <p:spPr>
            <a:xfrm>
              <a:off x="2031731" y="-599607"/>
              <a:ext cx="465723" cy="465723"/>
            </a:xfrm>
            <a:prstGeom prst="rect">
              <a:avLst/>
            </a:prstGeom>
            <a:solidFill>
              <a:srgbClr val="9F5A6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795927-F736-B7F4-4261-8CF1AFBAB2BC}"/>
                </a:ext>
              </a:extLst>
            </p:cNvPr>
            <p:cNvSpPr/>
            <p:nvPr/>
          </p:nvSpPr>
          <p:spPr>
            <a:xfrm>
              <a:off x="2513431" y="-599607"/>
              <a:ext cx="465723" cy="465723"/>
            </a:xfrm>
            <a:prstGeom prst="rect">
              <a:avLst/>
            </a:prstGeom>
            <a:solidFill>
              <a:srgbClr val="CD6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E632933-4A99-2358-EF67-06ECD04BA6C1}"/>
                </a:ext>
              </a:extLst>
            </p:cNvPr>
            <p:cNvSpPr/>
            <p:nvPr/>
          </p:nvSpPr>
          <p:spPr>
            <a:xfrm>
              <a:off x="2995131" y="-599607"/>
              <a:ext cx="465723" cy="465723"/>
            </a:xfrm>
            <a:prstGeom prst="rect">
              <a:avLst/>
            </a:prstGeom>
            <a:solidFill>
              <a:srgbClr val="FFBC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FA698F9-7EEC-FFDD-125A-9EE66722D326}"/>
                </a:ext>
              </a:extLst>
            </p:cNvPr>
            <p:cNvSpPr/>
            <p:nvPr/>
          </p:nvSpPr>
          <p:spPr>
            <a:xfrm>
              <a:off x="3476831" y="-599607"/>
              <a:ext cx="465723" cy="4657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EB63108-50C8-4537-0212-06B1515755F0}"/>
                </a:ext>
              </a:extLst>
            </p:cNvPr>
            <p:cNvSpPr/>
            <p:nvPr/>
          </p:nvSpPr>
          <p:spPr>
            <a:xfrm>
              <a:off x="3958527" y="-599607"/>
              <a:ext cx="465723" cy="4657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8C393FF-371E-FAFF-ED26-2B06D3073923}"/>
              </a:ext>
            </a:extLst>
          </p:cNvPr>
          <p:cNvSpPr/>
          <p:nvPr/>
        </p:nvSpPr>
        <p:spPr>
          <a:xfrm>
            <a:off x="157655" y="202873"/>
            <a:ext cx="5451210" cy="394734"/>
          </a:xfrm>
          <a:prstGeom prst="rect">
            <a:avLst/>
          </a:prstGeom>
          <a:solidFill>
            <a:srgbClr val="FFFEE5"/>
          </a:solidFill>
          <a:ln w="28575">
            <a:solidFill>
              <a:srgbClr val="CD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magazine with many images&#10;&#10;Description automatically generated with medium confidence">
            <a:extLst>
              <a:ext uri="{FF2B5EF4-FFF2-40B4-BE49-F238E27FC236}">
                <a16:creationId xmlns:a16="http://schemas.microsoft.com/office/drawing/2014/main" id="{E4761CD2-E759-953D-AA0F-0E9BC9C46AFB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1" r="33163" b="20808"/>
          <a:stretch/>
        </p:blipFill>
        <p:spPr>
          <a:xfrm>
            <a:off x="9063156" y="-1079973"/>
            <a:ext cx="7171259" cy="105374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DBAD263-4DF5-3337-D62E-A861C2DDDFCB}"/>
              </a:ext>
            </a:extLst>
          </p:cNvPr>
          <p:cNvSpPr/>
          <p:nvPr/>
        </p:nvSpPr>
        <p:spPr>
          <a:xfrm>
            <a:off x="83597" y="128762"/>
            <a:ext cx="6523172" cy="9704450"/>
          </a:xfrm>
          <a:prstGeom prst="rect">
            <a:avLst/>
          </a:prstGeom>
          <a:noFill/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46B7D-6D00-2D3C-AD60-7381FD61CBAD}"/>
              </a:ext>
            </a:extLst>
          </p:cNvPr>
          <p:cNvSpPr/>
          <p:nvPr/>
        </p:nvSpPr>
        <p:spPr>
          <a:xfrm>
            <a:off x="5682923" y="202873"/>
            <a:ext cx="150459" cy="394734"/>
          </a:xfrm>
          <a:prstGeom prst="rect">
            <a:avLst/>
          </a:prstGeom>
          <a:solidFill>
            <a:srgbClr val="9F5A6F"/>
          </a:solidFill>
          <a:ln w="28575">
            <a:solidFill>
              <a:srgbClr val="9F5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C24832-797C-9707-70C8-0E29A1816982}"/>
              </a:ext>
            </a:extLst>
          </p:cNvPr>
          <p:cNvSpPr/>
          <p:nvPr/>
        </p:nvSpPr>
        <p:spPr>
          <a:xfrm>
            <a:off x="5907440" y="202873"/>
            <a:ext cx="150459" cy="394734"/>
          </a:xfrm>
          <a:prstGeom prst="rect">
            <a:avLst/>
          </a:prstGeom>
          <a:solidFill>
            <a:srgbClr val="CD645C"/>
          </a:solidFill>
          <a:ln w="28575">
            <a:solidFill>
              <a:srgbClr val="CD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547958-EDBB-5DF4-E4B0-578DA80E4963}"/>
              </a:ext>
            </a:extLst>
          </p:cNvPr>
          <p:cNvSpPr/>
          <p:nvPr/>
        </p:nvSpPr>
        <p:spPr>
          <a:xfrm>
            <a:off x="6131957" y="202873"/>
            <a:ext cx="150459" cy="394734"/>
          </a:xfrm>
          <a:prstGeom prst="rect">
            <a:avLst/>
          </a:prstGeom>
          <a:solidFill>
            <a:srgbClr val="ACCCBC"/>
          </a:solidFill>
          <a:ln w="28575">
            <a:solidFill>
              <a:srgbClr val="AC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8CACC5-618E-DD41-38C7-B256A795478A}"/>
              </a:ext>
            </a:extLst>
          </p:cNvPr>
          <p:cNvSpPr/>
          <p:nvPr/>
        </p:nvSpPr>
        <p:spPr>
          <a:xfrm>
            <a:off x="6351750" y="202873"/>
            <a:ext cx="150459" cy="394734"/>
          </a:xfrm>
          <a:prstGeom prst="rect">
            <a:avLst/>
          </a:prstGeom>
          <a:solidFill>
            <a:srgbClr val="11293C"/>
          </a:solidFill>
          <a:ln w="28575">
            <a:solidFill>
              <a:srgbClr val="112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C16A3A-4F94-8B7A-15BD-3FFD55201D58}"/>
              </a:ext>
            </a:extLst>
          </p:cNvPr>
          <p:cNvSpPr/>
          <p:nvPr/>
        </p:nvSpPr>
        <p:spPr>
          <a:xfrm>
            <a:off x="207891" y="252864"/>
            <a:ext cx="496751" cy="68877"/>
          </a:xfrm>
          <a:prstGeom prst="rect">
            <a:avLst/>
          </a:prstGeom>
          <a:solidFill>
            <a:srgbClr val="9F5A6F"/>
          </a:solidFill>
          <a:ln w="28575">
            <a:solidFill>
              <a:srgbClr val="9F5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3A21FD-7081-1B35-E434-12535F0DD901}"/>
              </a:ext>
            </a:extLst>
          </p:cNvPr>
          <p:cNvSpPr/>
          <p:nvPr/>
        </p:nvSpPr>
        <p:spPr>
          <a:xfrm>
            <a:off x="207891" y="361413"/>
            <a:ext cx="730076" cy="68877"/>
          </a:xfrm>
          <a:prstGeom prst="rect">
            <a:avLst/>
          </a:prstGeom>
          <a:solidFill>
            <a:srgbClr val="4C8093"/>
          </a:solidFill>
          <a:ln w="28575">
            <a:solidFill>
              <a:srgbClr val="4C8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4588F7-B94B-6FE5-D87E-1DA7CCA27CBA}"/>
              </a:ext>
            </a:extLst>
          </p:cNvPr>
          <p:cNvSpPr/>
          <p:nvPr/>
        </p:nvSpPr>
        <p:spPr>
          <a:xfrm>
            <a:off x="207891" y="476331"/>
            <a:ext cx="301452" cy="68877"/>
          </a:xfrm>
          <a:prstGeom prst="rect">
            <a:avLst/>
          </a:prstGeom>
          <a:solidFill>
            <a:srgbClr val="9F5A6F"/>
          </a:solidFill>
          <a:ln w="28575">
            <a:solidFill>
              <a:srgbClr val="9F5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97A8A-6471-7BCA-DCDC-8699B3713CF0}"/>
              </a:ext>
            </a:extLst>
          </p:cNvPr>
          <p:cNvSpPr/>
          <p:nvPr/>
        </p:nvSpPr>
        <p:spPr>
          <a:xfrm>
            <a:off x="7097448" y="2684459"/>
            <a:ext cx="893344" cy="893344"/>
          </a:xfrm>
          <a:prstGeom prst="rect">
            <a:avLst/>
          </a:prstGeom>
          <a:solidFill>
            <a:srgbClr val="105A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5850BC-6782-28B9-8228-C45EB5CDA7B0}"/>
              </a:ext>
            </a:extLst>
          </p:cNvPr>
          <p:cNvSpPr txBox="1"/>
          <p:nvPr/>
        </p:nvSpPr>
        <p:spPr>
          <a:xfrm>
            <a:off x="1188183" y="224464"/>
            <a:ext cx="44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Impact" panose="020B0806030902050204" pitchFamily="34" charset="0"/>
              </a:rPr>
              <a:t>King of fighters </a:t>
            </a:r>
            <a:r>
              <a:rPr lang="fr-FR" dirty="0" err="1">
                <a:latin typeface="Impact" panose="020B0806030902050204" pitchFamily="34" charset="0"/>
              </a:rPr>
              <a:t>commands</a:t>
            </a:r>
            <a:endParaRPr lang="en-US" dirty="0">
              <a:latin typeface="Impact" panose="020B080603090205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BE3AD9B-2B7F-E85D-0076-561183A014EA}"/>
              </a:ext>
            </a:extLst>
          </p:cNvPr>
          <p:cNvCxnSpPr>
            <a:cxnSpLocks/>
          </p:cNvCxnSpPr>
          <p:nvPr/>
        </p:nvCxnSpPr>
        <p:spPr>
          <a:xfrm>
            <a:off x="4446384" y="753402"/>
            <a:ext cx="0" cy="8831920"/>
          </a:xfrm>
          <a:prstGeom prst="line">
            <a:avLst/>
          </a:prstGeom>
          <a:ln w="9525">
            <a:solidFill>
              <a:srgbClr val="FFB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DD007BD-33DD-44DF-139A-295A71B89638}"/>
              </a:ext>
            </a:extLst>
          </p:cNvPr>
          <p:cNvCxnSpPr>
            <a:cxnSpLocks/>
          </p:cNvCxnSpPr>
          <p:nvPr/>
        </p:nvCxnSpPr>
        <p:spPr>
          <a:xfrm>
            <a:off x="6537570" y="624326"/>
            <a:ext cx="0" cy="905721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5858195-B694-C532-EDF4-6F0293A0BD12}"/>
              </a:ext>
            </a:extLst>
          </p:cNvPr>
          <p:cNvSpPr/>
          <p:nvPr/>
        </p:nvSpPr>
        <p:spPr>
          <a:xfrm>
            <a:off x="7544120" y="8744006"/>
            <a:ext cx="893344" cy="893344"/>
          </a:xfrm>
          <a:prstGeom prst="rect">
            <a:avLst/>
          </a:prstGeom>
          <a:solidFill>
            <a:srgbClr val="2874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95141F-0E1D-4088-67BC-45698709B7D6}"/>
              </a:ext>
            </a:extLst>
          </p:cNvPr>
          <p:cNvSpPr/>
          <p:nvPr/>
        </p:nvSpPr>
        <p:spPr>
          <a:xfrm>
            <a:off x="4631045" y="9260138"/>
            <a:ext cx="150459" cy="394734"/>
          </a:xfrm>
          <a:prstGeom prst="rect">
            <a:avLst/>
          </a:prstGeom>
          <a:solidFill>
            <a:srgbClr val="ACCCBC"/>
          </a:solidFill>
          <a:ln w="28575">
            <a:solidFill>
              <a:srgbClr val="AC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38308E-D6D6-9D9F-1D33-B0360869052D}"/>
              </a:ext>
            </a:extLst>
          </p:cNvPr>
          <p:cNvSpPr/>
          <p:nvPr/>
        </p:nvSpPr>
        <p:spPr>
          <a:xfrm>
            <a:off x="6311884" y="7978275"/>
            <a:ext cx="119696" cy="1676597"/>
          </a:xfrm>
          <a:prstGeom prst="rect">
            <a:avLst/>
          </a:prstGeom>
          <a:solidFill>
            <a:srgbClr val="ACCCBC"/>
          </a:solidFill>
          <a:ln w="28575">
            <a:solidFill>
              <a:srgbClr val="AC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193231-E40B-0D4D-B9AA-8F83A8B6522C}"/>
              </a:ext>
            </a:extLst>
          </p:cNvPr>
          <p:cNvSpPr/>
          <p:nvPr/>
        </p:nvSpPr>
        <p:spPr>
          <a:xfrm>
            <a:off x="5907441" y="7978275"/>
            <a:ext cx="316778" cy="1676597"/>
          </a:xfrm>
          <a:prstGeom prst="rect">
            <a:avLst/>
          </a:prstGeom>
          <a:solidFill>
            <a:srgbClr val="ACCCBC"/>
          </a:solidFill>
          <a:ln w="28575">
            <a:solidFill>
              <a:srgbClr val="AC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504102A-7DEB-923F-F9BD-B667DF21B1B4}"/>
              </a:ext>
            </a:extLst>
          </p:cNvPr>
          <p:cNvCxnSpPr/>
          <p:nvPr/>
        </p:nvCxnSpPr>
        <p:spPr>
          <a:xfrm rot="16200000" flipH="1">
            <a:off x="6587651" y="3218679"/>
            <a:ext cx="1210376" cy="458602"/>
          </a:xfrm>
          <a:prstGeom prst="bentConnector3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177A66D-66DD-A427-FCDD-1E13DE9F9878}"/>
              </a:ext>
            </a:extLst>
          </p:cNvPr>
          <p:cNvSpPr/>
          <p:nvPr/>
        </p:nvSpPr>
        <p:spPr>
          <a:xfrm>
            <a:off x="7290099" y="3262675"/>
            <a:ext cx="376517" cy="710483"/>
          </a:xfrm>
          <a:prstGeom prst="rect">
            <a:avLst/>
          </a:prstGeom>
          <a:ln w="12700">
            <a:solidFill>
              <a:srgbClr val="2874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8998A4-4C8B-5AFC-C556-082EFA95EA31}"/>
              </a:ext>
            </a:extLst>
          </p:cNvPr>
          <p:cNvSpPr/>
          <p:nvPr/>
        </p:nvSpPr>
        <p:spPr>
          <a:xfrm>
            <a:off x="7683519" y="2209094"/>
            <a:ext cx="376517" cy="710483"/>
          </a:xfrm>
          <a:prstGeom prst="rect">
            <a:avLst/>
          </a:prstGeom>
          <a:ln w="12700">
            <a:solidFill>
              <a:srgbClr val="2874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7F2929D-456D-E8D3-8DB7-962E0541E7A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7753" y="2739420"/>
            <a:ext cx="1171984" cy="821813"/>
          </a:xfrm>
          <a:prstGeom prst="bentConnector3">
            <a:avLst/>
          </a:prstGeom>
          <a:ln w="12700">
            <a:solidFill>
              <a:srgbClr val="ACCC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800D765-AD92-9862-7775-5BFA133AEBFC}"/>
              </a:ext>
            </a:extLst>
          </p:cNvPr>
          <p:cNvCxnSpPr>
            <a:cxnSpLocks/>
          </p:cNvCxnSpPr>
          <p:nvPr/>
        </p:nvCxnSpPr>
        <p:spPr>
          <a:xfrm>
            <a:off x="6555611" y="624326"/>
            <a:ext cx="0" cy="905721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ABEA92E-8009-1F57-5CFD-29E472FBD96B}"/>
              </a:ext>
            </a:extLst>
          </p:cNvPr>
          <p:cNvGrpSpPr/>
          <p:nvPr/>
        </p:nvGrpSpPr>
        <p:grpSpPr>
          <a:xfrm>
            <a:off x="2373663" y="9428503"/>
            <a:ext cx="2025474" cy="274621"/>
            <a:chOff x="2518277" y="7748649"/>
            <a:chExt cx="1828800" cy="325184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410A3EE-DBA5-4476-E7FD-F9D1569D193F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B62A0DA-756B-01FF-09BB-81C5F2EDEEFD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F6FDB2D-49CC-3CB0-9994-CD0CBA12D62E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CCF21EE-7086-6EC6-1511-456BB210FA8E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B664F1F-3540-C3C7-E5FE-66968FA008AA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8894DFB-86F1-0453-1B16-D1DF5CE7935D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EDF0711-D4FB-4C3B-C66B-AE9DF6C02520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2FDBC6A-1FC9-87A6-56D4-65E320B509F9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8F97A0A-62A2-9927-E30D-8C666E92EB14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3FF28E1-C2F3-7E4F-D4AA-695DA407E3D5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5E01A5F-3C29-F05E-14F6-54CDF12530F0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C8F14E9-CCEE-623C-7D77-EEAEC95484B8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A0FD667-E51D-FA99-8ADD-6EBCAB422176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BD7E9C8-4484-1741-C381-A2C279584A39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8E78351-8507-692F-EA4E-9C8CFF1E9FCD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17E49D1-24B5-2505-8311-A0B377DAC6DB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DBC24EC-15DF-E8B1-0710-D530763E148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2AE1E77-BB43-FFFE-0722-935F03925AAB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657F46-6750-B2E4-341B-9748315E3CB8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5DA38C0-564F-2A0D-10E9-CA89E6D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F901A8B-8549-7178-EAC0-FE47E9F94FDF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1DF465E-20DD-9270-887A-92E11148791C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126CE68-E865-E4D7-CF83-DB21CAADFF1E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9E7AFEF-0BF5-A7CE-9DE9-309B3AA7AA4C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984DA73-4DAE-0057-75E3-C0C0684C2388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80B7F8C-CB4A-2A76-DB2B-862D0C1858AA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074E72A-C6DD-7470-B112-A8F1E1792C78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8FFD58-014E-868B-26B0-B969944779FE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C03EFEE-4169-5611-B62C-786A58DED4DF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2A47A27-CC51-D95F-58F5-AC776CF7D5F3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E4B346E-788B-A532-CA13-C9B6A99825C6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8B23053-BE5A-24F4-6A82-2CF621443FCF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3E158C7-A01A-A901-C84F-688806DAE446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87A51F3-2B57-1185-6A41-2539653F644C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C445D5B-2DB9-3670-C582-F8CBB6E91EFC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99F4965-5F4F-96E0-A34F-7CA298D7F663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B06EBF4-547D-6345-6D01-3635E4556A65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21336C1-EE87-AE0D-A8C5-B00E86DC5E6F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D722218-2E1B-34AD-8051-0F4FEF18D0B4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6FB435F-80E6-AC0D-30FE-A5698068D6DF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5B0A718-1995-53F1-1976-D984EB622BA2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5D742D4-DA1F-60DE-87ED-C28AACAEB897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B7C92F7-95CB-1F2F-E1FB-168435210D1D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3AABAFA-2597-F2AA-8E0E-B6E3F59AF4B5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FDDA958-0756-F5E0-0489-F833FB3A961E}"/>
              </a:ext>
            </a:extLst>
          </p:cNvPr>
          <p:cNvGrpSpPr/>
          <p:nvPr/>
        </p:nvGrpSpPr>
        <p:grpSpPr>
          <a:xfrm rot="16200000">
            <a:off x="-836205" y="1675564"/>
            <a:ext cx="2025474" cy="62718"/>
            <a:chOff x="2518277" y="7748649"/>
            <a:chExt cx="1828800" cy="325184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36F4659-A6C5-0FE1-FAF9-8BA686E1F02E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0372AA8-64D8-64A1-F464-B609AB016BD6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D006029-19CC-2E75-E764-CB3102C758CF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BB08B25-77DA-9336-92B6-105F3C8571A1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756B509-C8E4-60AB-0862-CA52ED593975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203A0E1-F431-96E3-EBB8-7E4D97FD0179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16FA513-C680-2CDD-D788-2089465ADC2C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5DB079D-A948-8C1A-0AAB-A5F556BE6DD8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4D1544-19CA-4518-56EA-DFEAC1C6306A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93D4814-CA60-F693-A139-7A1729A4B611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A6CFF76-C9E7-F86F-8B0B-942C61222D8F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2FE306B-7759-3B3F-CB05-515E654932B2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EAAAC54-3DB0-2C2D-EFA5-A924E475076A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34A9B8A-BC98-8E6B-2008-1454ED21FD1F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8DD8208-C8F9-FDB1-B65B-3BF9B3E1D91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61131090-D8F8-7AD6-DC5F-3E03D457D265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E95E3412-5A5A-F9D6-9CEE-F989686814B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F7069B4-E91C-484E-61C7-A607335612EC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C245CF6-DF2A-77AD-4882-5D50547B8A1E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345F457-719B-3ABE-A4F9-EFAA9FD81F88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9EFB6A5-9419-84B3-27EB-29E231A13498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1CD0846-578E-D55C-6B60-8A8EE07E9BE6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6FF6209-D011-D85C-1090-E9ED04F3F541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76E08B3-A7D1-56E0-829E-8DE7FDBF9BC7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49D1A7C-61C9-61EA-FF7F-E3428EA3CC0C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4346332-A2F6-0687-EC0B-C14DAF198587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0CA4E85-CC0F-068B-900B-7063A400F420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562A14AB-CBF6-717E-9FC8-89D3C9CAA5D0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C328046-0E2B-0AB5-5B81-B052B513D6C5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0EABFDC-6385-25A8-AD48-8A25126C629C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C9B57CA-24EE-445E-D35D-44152E047DF3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E6B2B5D-38DA-70FF-4031-5EB69EB05DDC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FBDD0C8-762E-25D3-15D4-DFBD230D630C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DAC46B0-67EA-E5FE-9F50-CF611522BE25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D3DDDF6-C13A-5594-B674-78CCA92895A6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EE001C0-78D9-680C-AD02-E90C62269C2F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D8F1145-7E8F-1392-093B-E011CA009C95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C4F1064-F8D9-54F0-8172-3ABD9D7E5F04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48DDC70-0D2D-667B-E8A0-EA692FDCC2CC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244BA081-6B96-21C7-DEA5-BE4662EDE363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4D54F609-915A-ACBB-FDDA-36A47E2874D1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4C64129-B766-94AC-F215-0ED61B8DE5BD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E2F54FBF-4F19-D64A-4EC5-A67973B3FFE9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6FF1489-6584-C847-6DFA-C4EB4B4497B1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C249673-1CBD-EFFB-4EA0-962450DE3E6B}"/>
              </a:ext>
            </a:extLst>
          </p:cNvPr>
          <p:cNvGrpSpPr/>
          <p:nvPr/>
        </p:nvGrpSpPr>
        <p:grpSpPr>
          <a:xfrm>
            <a:off x="978563" y="234826"/>
            <a:ext cx="209619" cy="325471"/>
            <a:chOff x="978563" y="219694"/>
            <a:chExt cx="209619" cy="356303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C229182-41E5-6700-DD8A-94B39CBC7C5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471187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5021D90E-8C97-4B4F-877D-C769EDBF69F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423679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832F1C1-3536-EE83-2C6A-34778617149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52419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7F330E5-A954-97F6-8053-CF226B4D1EB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57405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8C857684-B958-314D-AD72-3B8656D511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62391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4CE2538-B320-F683-1891-9AC820CB2E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99926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7486BCE-FDB9-7B16-80DD-289A8DFE0F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28665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24EF585-381A-A84F-3968-0E74413663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33651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070E446-2339-56CF-85D1-A1ED90B7D1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38637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580DACD-3F13-5148-164D-FE53812AD15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447433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97DB90F-B118-2DA7-F160-0118E26AC9C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76172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2C754F2-FB7B-1169-77B4-34357EEFC6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81158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53736F9A-0FC6-1205-49A8-A6E8B7BD59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86144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18652DC-0500-BB30-A676-B9D7B40842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04912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83F34DC-2927-D8BD-6616-717288F12AF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09898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E4D6D532-F649-BB5B-B9B7-42EEEBDAD0A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14884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21AAA08-5009-924B-66D2-2A7C484192FE}"/>
              </a:ext>
            </a:extLst>
          </p:cNvPr>
          <p:cNvGrpSpPr/>
          <p:nvPr/>
        </p:nvGrpSpPr>
        <p:grpSpPr>
          <a:xfrm>
            <a:off x="5402831" y="234826"/>
            <a:ext cx="209619" cy="325471"/>
            <a:chOff x="978563" y="219694"/>
            <a:chExt cx="209619" cy="356303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DB271CA-C42F-5B81-23D7-B8680D6945B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471187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B6F277B4-3D8A-7299-F691-3E8E1E2B05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423679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9A8EF083-CDD2-71B5-2842-F4E0D021081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52419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0AB41B9-07E7-C823-DE6E-9856092E3D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57405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F4B2FCC4-E130-FBFC-0677-0E013A2BF5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62391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4E1762C1-EA43-1D21-A5E0-228739F44CC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99926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68E9C8E9-8AD1-2BA6-A028-D5EF487F759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28665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C27F2EE-EC05-8A6D-476B-F9A64CE09E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33651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4473EF83-8F5C-BC37-B516-F2B86EA7F5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38637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72AC2451-D97B-C12D-7135-7D43D9C5F37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447433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231791F9-9EFA-6DA9-FFA7-16619F09DD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76172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4931DEE-7266-24D8-0B3C-C103FF8B91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81158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C4D5346-8C19-30CC-CBB7-E03EE40A4C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86144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24A2259A-4709-9D4F-0D5D-379A77707B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304912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1D1BE17F-62F0-99C1-A998-96A299BBB8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209898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1BFD04DA-004D-FBB6-2659-425D4A3C06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3373" y="114884"/>
              <a:ext cx="0" cy="209619"/>
            </a:xfrm>
            <a:prstGeom prst="line">
              <a:avLst/>
            </a:prstGeom>
            <a:ln w="9525">
              <a:solidFill>
                <a:srgbClr val="CD64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1" name="Circle: Hollow 220">
            <a:extLst>
              <a:ext uri="{FF2B5EF4-FFF2-40B4-BE49-F238E27FC236}">
                <a16:creationId xmlns:a16="http://schemas.microsoft.com/office/drawing/2014/main" id="{B7ECE7E4-F960-B481-6AF1-C20C50D9B574}"/>
              </a:ext>
            </a:extLst>
          </p:cNvPr>
          <p:cNvSpPr/>
          <p:nvPr/>
        </p:nvSpPr>
        <p:spPr>
          <a:xfrm>
            <a:off x="5167762" y="254734"/>
            <a:ext cx="307028" cy="307028"/>
          </a:xfrm>
          <a:prstGeom prst="donut">
            <a:avLst/>
          </a:prstGeom>
          <a:solidFill>
            <a:srgbClr val="9F5A6F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2" name="Moon 221">
            <a:extLst>
              <a:ext uri="{FF2B5EF4-FFF2-40B4-BE49-F238E27FC236}">
                <a16:creationId xmlns:a16="http://schemas.microsoft.com/office/drawing/2014/main" id="{29B46336-E0E0-1976-EC22-D6B577064785}"/>
              </a:ext>
            </a:extLst>
          </p:cNvPr>
          <p:cNvSpPr/>
          <p:nvPr/>
        </p:nvSpPr>
        <p:spPr>
          <a:xfrm>
            <a:off x="4994327" y="252567"/>
            <a:ext cx="149725" cy="299450"/>
          </a:xfrm>
          <a:prstGeom prst="moon">
            <a:avLst>
              <a:gd name="adj" fmla="val 87500"/>
            </a:avLst>
          </a:prstGeom>
          <a:solidFill>
            <a:srgbClr val="CD645C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Moon 222">
            <a:extLst>
              <a:ext uri="{FF2B5EF4-FFF2-40B4-BE49-F238E27FC236}">
                <a16:creationId xmlns:a16="http://schemas.microsoft.com/office/drawing/2014/main" id="{DA68753D-2576-72B1-C34F-BE1DFFDC87AA}"/>
              </a:ext>
            </a:extLst>
          </p:cNvPr>
          <p:cNvSpPr/>
          <p:nvPr/>
        </p:nvSpPr>
        <p:spPr>
          <a:xfrm>
            <a:off x="4818067" y="252567"/>
            <a:ext cx="149725" cy="299450"/>
          </a:xfrm>
          <a:prstGeom prst="moon">
            <a:avLst>
              <a:gd name="adj" fmla="val 87500"/>
            </a:avLst>
          </a:prstGeom>
          <a:solidFill>
            <a:srgbClr val="ACCCBC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62439BE7-F57D-FA6C-9CFC-4B3B4ED83751}"/>
              </a:ext>
            </a:extLst>
          </p:cNvPr>
          <p:cNvGrpSpPr/>
          <p:nvPr/>
        </p:nvGrpSpPr>
        <p:grpSpPr>
          <a:xfrm rot="16200000">
            <a:off x="1346801" y="3586557"/>
            <a:ext cx="2025474" cy="62718"/>
            <a:chOff x="2518277" y="7748649"/>
            <a:chExt cx="1828800" cy="325184"/>
          </a:xfrm>
        </p:grpSpPr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D5D6E9FD-BE0F-71CF-3D80-4386113517BF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0CB385F7-C44D-7FE7-7087-CCB5F9CA7A74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E2752C74-D3EF-2559-06D3-A4CE042FEDCA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6EA6EC36-EE2B-ABD8-7A7B-58E067753306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FD270203-5E5A-5920-6025-0F54AD9995B8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3DCF52A-1D34-B8AD-3949-C18A5241B0E0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B09830F8-FEF6-8684-B228-95DBEFEB746D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E216E406-A17E-B222-0A4D-DE448267CC81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A6289600-B4BA-9D8C-810C-CC70B986EE01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1F24BB0A-7662-FAEC-9395-C3D69A13A623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F8941082-4F21-8DD8-4BF1-EF6F0A71F985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633697F-0993-3840-9220-3DAF7724ED4F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4AFB9DFE-6158-0A73-D40E-551228BF83FF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E9B67B24-835D-D273-F036-E680B4E9733B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14833B2-9F75-41D3-3E80-0822EE75019D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E9AF5D12-3C7B-597D-307F-53AD1A95B70B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E370A29D-C3BC-20FE-5176-2E95B733BBD3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75654285-8E47-5DFE-72AA-8E9E0465D499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11CA9254-5FE1-9397-640B-9DF532B254EB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74084FAD-6D76-914A-B3DB-159552566BD0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0A91164-B124-1C10-F31A-C6CB350E0526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73BCA034-DEDE-FB4C-C469-260989180410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F9A2276-CF9D-A03D-23E6-4398E45F9C05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59380F05-F548-8890-8A31-5CA085C8ECE3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E9E6FAB7-71DC-4B7A-774C-F5AE4D756C67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BF51101-2C33-D436-5553-D84E352884BD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A400D48C-6C6B-D9B5-6733-8617EE6667CD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C0D0946-0EBD-799C-9519-3A0B317D8AD4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1C8B9615-CF0F-F157-C23D-02ECBFFB9C99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B8E1B4B-EDF4-F49C-4F33-29E936FB0A0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DFC15AD-05E7-8BF8-666B-259E8595D818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3877FC02-9C89-EE59-2A8E-B8D44D695978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573D8C0D-FF79-99C6-48E1-679FCA178C45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05E8FCF1-C94C-E50B-E7B5-FFB648FC8DAC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553474AF-1557-571E-C729-C39D2BE98FAD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3E501FD9-347C-1F44-30C2-0803A912F0AD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99575E3-9743-4968-1518-764C2F3B0545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13111E77-4474-9EB8-DB99-347D0A845B35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96B18AB6-11EC-1BBB-F3A3-A6C75A2D268D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51FE693D-2918-972C-321B-E94AFD54CB9B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C4A0A303-948B-B247-AB72-F778344439D9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14AB49AE-3A86-A329-D979-4AB0D6D53D8F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117DECD7-B8F0-23B6-F95E-72675AF7F54A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018B598C-BBB5-AC52-318E-8227477D3E59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3815507B-A4F8-FD86-DCFF-3D17C41970D5}"/>
              </a:ext>
            </a:extLst>
          </p:cNvPr>
          <p:cNvGrpSpPr/>
          <p:nvPr/>
        </p:nvGrpSpPr>
        <p:grpSpPr>
          <a:xfrm rot="16200000">
            <a:off x="3433646" y="3586557"/>
            <a:ext cx="2025474" cy="62718"/>
            <a:chOff x="2518277" y="7748649"/>
            <a:chExt cx="1828800" cy="325184"/>
          </a:xfrm>
        </p:grpSpPr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9EB50082-7965-6A5A-D6E8-6DEB4D13965B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311D928E-5D15-71F8-BE9A-CA1D2342578D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4CD35108-BF75-B1EE-EBE5-21F4C6AF0D9C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CE4C1CF-1893-217E-F7CC-6C754CEA0D0D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8F0E0CE-7314-89F1-68AE-4B2485DBCC29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BCE0E0C9-F57A-6CF0-4E02-C1A20D5D9940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A820368A-6380-85A2-A2F2-A326C5394586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2C2C8CFA-F51E-C9EB-3819-1C8876B40839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798AAE33-E8F8-5B0C-3E21-4D8E4875E806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1EC91ADB-46D8-9EB0-ACCC-D8E1BE9B90DD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469B3FF1-A87E-E4A2-4EEB-8C8A1553D85F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508C9130-DDDC-114C-81C5-84384D770E51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640938F4-D26C-5BE5-C368-105BC46F1969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D558CF6D-357E-11B2-F4C9-B73B8933B969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BF732901-2A73-AFDD-4D73-26E41B595484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1840733D-3F8C-8A9A-2BAE-91267668D14D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1228C2FE-8891-6A23-D3C5-B47FAD4E3BA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43002159-20E9-822A-29BE-0AEC246B5AAD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E178189-AC02-BAA8-44C4-D5EC88A9A50C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6C3E7C60-9CCA-17E2-8B03-05E7C4C4068A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A0CFCFC3-FF0B-8AFB-C95D-2F1AF0B6F96A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4252058-FE8C-CC77-453C-7A84E8B2DE9E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18FD7627-C873-9496-442F-594ADF69E326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C44C108F-1AEA-9F32-88BA-C13F474973AF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46B80C13-520F-C9B6-E3E0-DDE89372D2A7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C178A54-634A-3A07-0BF9-EAB95CF02A92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6444DF02-ABF8-ADB3-3DE5-CE10B744479B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747984B3-AC37-8A09-266F-7009018B6096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5C1B9615-9FBE-CD9D-9A64-24A2ABECFCD3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A09FFB75-3D9C-985D-2B7A-51365CDF7B9F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BC6954A3-6A28-EA78-B548-58DF757CC636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7F9FFBC1-01E0-B761-AA4F-5D27EBBC387A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951EA571-1748-EE0D-EBE2-755EB0D33B66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FAF616C3-E975-42C0-2A14-781EAF2007C7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3A34C5FE-863C-D2B3-66F7-9C15FD613898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73296575-7D4A-6E3B-A13B-70B10417D7D6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9879074B-B93D-84D5-4192-E183D38970EA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A54292E1-2326-C3D6-F543-7A25C86E970D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35381403-085C-861E-956A-F4C2FD6271FF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958AA7B5-9691-352D-1E6D-6A04A9E99F56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DE0640E7-8C66-CD74-E5DE-642150288318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052DFB04-5C57-47F3-EB30-6BAE3F9F8149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84E8BF49-2609-2927-D351-B697197C6496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154D6E8B-DCF2-8881-1E9B-E1640AE31E04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F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4" name="Picture 313" descr="A magazine with many images&#10;&#10;Description automatically generated with medium confidence">
            <a:extLst>
              <a:ext uri="{FF2B5EF4-FFF2-40B4-BE49-F238E27FC236}">
                <a16:creationId xmlns:a16="http://schemas.microsoft.com/office/drawing/2014/main" id="{6F4BE69E-8866-2201-C837-948994CF4B49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30696" r="64868" b="64695"/>
          <a:stretch/>
        </p:blipFill>
        <p:spPr>
          <a:xfrm rot="16351111">
            <a:off x="-3808416" y="3148243"/>
            <a:ext cx="3094574" cy="2342447"/>
          </a:xfrm>
          <a:prstGeom prst="rect">
            <a:avLst/>
          </a:prstGeom>
        </p:spPr>
      </p:pic>
      <p:sp>
        <p:nvSpPr>
          <p:cNvPr id="315" name="Circle: Hollow 314">
            <a:extLst>
              <a:ext uri="{FF2B5EF4-FFF2-40B4-BE49-F238E27FC236}">
                <a16:creationId xmlns:a16="http://schemas.microsoft.com/office/drawing/2014/main" id="{BCE2C8FF-6D7C-9189-8F7E-F6C3817DDD79}"/>
              </a:ext>
            </a:extLst>
          </p:cNvPr>
          <p:cNvSpPr/>
          <p:nvPr/>
        </p:nvSpPr>
        <p:spPr>
          <a:xfrm>
            <a:off x="2717463" y="7661234"/>
            <a:ext cx="1304152" cy="1304152"/>
          </a:xfrm>
          <a:prstGeom prst="donut">
            <a:avLst/>
          </a:prstGeom>
          <a:blipFill>
            <a:blip r:embed="rId18"/>
            <a:stretch>
              <a:fillRect/>
            </a:stretch>
          </a:blipFill>
          <a:ln w="38100">
            <a:solidFill>
              <a:srgbClr val="ACCC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6" name="Circle: Hollow 315">
            <a:extLst>
              <a:ext uri="{FF2B5EF4-FFF2-40B4-BE49-F238E27FC236}">
                <a16:creationId xmlns:a16="http://schemas.microsoft.com/office/drawing/2014/main" id="{979BA94D-2E99-3C12-AF8C-4FE2F47DCA99}"/>
              </a:ext>
            </a:extLst>
          </p:cNvPr>
          <p:cNvSpPr/>
          <p:nvPr/>
        </p:nvSpPr>
        <p:spPr>
          <a:xfrm>
            <a:off x="2498304" y="7444254"/>
            <a:ext cx="1742470" cy="1742470"/>
          </a:xfrm>
          <a:prstGeom prst="donut">
            <a:avLst>
              <a:gd name="adj" fmla="val 8636"/>
            </a:avLst>
          </a:prstGeom>
          <a:solidFill>
            <a:srgbClr val="11293C"/>
          </a:solidFill>
          <a:ln>
            <a:solidFill>
              <a:srgbClr val="FFF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4D8D13B-8D9E-CF94-8976-9F3CA00098F9}"/>
              </a:ext>
            </a:extLst>
          </p:cNvPr>
          <p:cNvGrpSpPr/>
          <p:nvPr/>
        </p:nvGrpSpPr>
        <p:grpSpPr>
          <a:xfrm>
            <a:off x="4650829" y="7960248"/>
            <a:ext cx="1691779" cy="1691779"/>
            <a:chOff x="-3493125" y="6244762"/>
            <a:chExt cx="1691779" cy="1691779"/>
          </a:xfrm>
        </p:grpSpPr>
        <p:sp>
          <p:nvSpPr>
            <p:cNvPr id="322" name="Block Arc 321">
              <a:extLst>
                <a:ext uri="{FF2B5EF4-FFF2-40B4-BE49-F238E27FC236}">
                  <a16:creationId xmlns:a16="http://schemas.microsoft.com/office/drawing/2014/main" id="{349E76FD-FFDE-7789-A9C0-8520F4519C59}"/>
                </a:ext>
              </a:extLst>
            </p:cNvPr>
            <p:cNvSpPr/>
            <p:nvPr/>
          </p:nvSpPr>
          <p:spPr>
            <a:xfrm>
              <a:off x="-3311861" y="6426026"/>
              <a:ext cx="1329252" cy="1329252"/>
            </a:xfrm>
            <a:prstGeom prst="blockArc">
              <a:avLst>
                <a:gd name="adj1" fmla="val 17574055"/>
                <a:gd name="adj2" fmla="val 13781352"/>
                <a:gd name="adj3" fmla="val 14315"/>
              </a:avLst>
            </a:prstGeom>
            <a:solidFill>
              <a:srgbClr val="4C8093"/>
            </a:solidFill>
            <a:ln>
              <a:solidFill>
                <a:srgbClr val="FFFE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7" name="Block Arc 316">
              <a:extLst>
                <a:ext uri="{FF2B5EF4-FFF2-40B4-BE49-F238E27FC236}">
                  <a16:creationId xmlns:a16="http://schemas.microsoft.com/office/drawing/2014/main" id="{5A9BBAD6-791B-0295-8ACA-5D7FC4A974E3}"/>
                </a:ext>
              </a:extLst>
            </p:cNvPr>
            <p:cNvSpPr/>
            <p:nvPr/>
          </p:nvSpPr>
          <p:spPr>
            <a:xfrm>
              <a:off x="-3493125" y="6244762"/>
              <a:ext cx="1691779" cy="1691779"/>
            </a:xfrm>
            <a:prstGeom prst="blockArc">
              <a:avLst>
                <a:gd name="adj1" fmla="val 14616225"/>
                <a:gd name="adj2" fmla="val 16834430"/>
                <a:gd name="adj3" fmla="val 23456"/>
              </a:avLst>
            </a:prstGeom>
            <a:solidFill>
              <a:srgbClr val="4C8093"/>
            </a:solidFill>
            <a:ln>
              <a:solidFill>
                <a:srgbClr val="FFFE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8" name="Block Arc 317">
              <a:extLst>
                <a:ext uri="{FF2B5EF4-FFF2-40B4-BE49-F238E27FC236}">
                  <a16:creationId xmlns:a16="http://schemas.microsoft.com/office/drawing/2014/main" id="{234BC171-962C-8C05-3ECD-F430DC22A6D2}"/>
                </a:ext>
              </a:extLst>
            </p:cNvPr>
            <p:cNvSpPr/>
            <p:nvPr/>
          </p:nvSpPr>
          <p:spPr>
            <a:xfrm>
              <a:off x="-3493125" y="6244762"/>
              <a:ext cx="1691779" cy="1691779"/>
            </a:xfrm>
            <a:prstGeom prst="blockArc">
              <a:avLst>
                <a:gd name="adj1" fmla="val 12498143"/>
                <a:gd name="adj2" fmla="val 13781352"/>
                <a:gd name="adj3" fmla="val 14315"/>
              </a:avLst>
            </a:prstGeom>
            <a:solidFill>
              <a:srgbClr val="11293C"/>
            </a:solidFill>
            <a:ln>
              <a:solidFill>
                <a:srgbClr val="FFFE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9" name="Block Arc 318">
              <a:extLst>
                <a:ext uri="{FF2B5EF4-FFF2-40B4-BE49-F238E27FC236}">
                  <a16:creationId xmlns:a16="http://schemas.microsoft.com/office/drawing/2014/main" id="{DC68E9A9-1053-E6B2-1E7F-1B46BD6E669D}"/>
                </a:ext>
              </a:extLst>
            </p:cNvPr>
            <p:cNvSpPr/>
            <p:nvPr/>
          </p:nvSpPr>
          <p:spPr>
            <a:xfrm>
              <a:off x="-3493125" y="6244762"/>
              <a:ext cx="1691779" cy="1691779"/>
            </a:xfrm>
            <a:prstGeom prst="blockArc">
              <a:avLst>
                <a:gd name="adj1" fmla="val 1197972"/>
                <a:gd name="adj2" fmla="val 3203204"/>
                <a:gd name="adj3" fmla="val 21208"/>
              </a:avLst>
            </a:prstGeom>
            <a:solidFill>
              <a:srgbClr val="11293C"/>
            </a:solidFill>
            <a:ln>
              <a:solidFill>
                <a:srgbClr val="FFFE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0" name="Block Arc 319">
              <a:extLst>
                <a:ext uri="{FF2B5EF4-FFF2-40B4-BE49-F238E27FC236}">
                  <a16:creationId xmlns:a16="http://schemas.microsoft.com/office/drawing/2014/main" id="{400C6C01-7AAF-F8D0-3259-B4536D13F1A4}"/>
                </a:ext>
              </a:extLst>
            </p:cNvPr>
            <p:cNvSpPr/>
            <p:nvPr/>
          </p:nvSpPr>
          <p:spPr>
            <a:xfrm>
              <a:off x="-3493125" y="6244762"/>
              <a:ext cx="1691779" cy="1691779"/>
            </a:xfrm>
            <a:prstGeom prst="blockArc">
              <a:avLst>
                <a:gd name="adj1" fmla="val 3943506"/>
                <a:gd name="adj2" fmla="val 5657689"/>
                <a:gd name="adj3" fmla="val 20470"/>
              </a:avLst>
            </a:prstGeom>
            <a:solidFill>
              <a:srgbClr val="11293C"/>
            </a:solidFill>
            <a:ln>
              <a:solidFill>
                <a:srgbClr val="FFFE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1" name="Block Arc 320">
              <a:extLst>
                <a:ext uri="{FF2B5EF4-FFF2-40B4-BE49-F238E27FC236}">
                  <a16:creationId xmlns:a16="http://schemas.microsoft.com/office/drawing/2014/main" id="{B22DFD0F-7481-2339-25DD-BD6E94990AFA}"/>
                </a:ext>
              </a:extLst>
            </p:cNvPr>
            <p:cNvSpPr/>
            <p:nvPr/>
          </p:nvSpPr>
          <p:spPr>
            <a:xfrm>
              <a:off x="-3493125" y="6244762"/>
              <a:ext cx="1691779" cy="1691779"/>
            </a:xfrm>
            <a:prstGeom prst="blockArc">
              <a:avLst>
                <a:gd name="adj1" fmla="val 6261916"/>
                <a:gd name="adj2" fmla="val 7525055"/>
                <a:gd name="adj3" fmla="val 19812"/>
              </a:avLst>
            </a:prstGeom>
            <a:solidFill>
              <a:srgbClr val="FFBC8E"/>
            </a:solidFill>
            <a:ln>
              <a:solidFill>
                <a:srgbClr val="FFFE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3" name="Block Arc 322">
              <a:extLst>
                <a:ext uri="{FF2B5EF4-FFF2-40B4-BE49-F238E27FC236}">
                  <a16:creationId xmlns:a16="http://schemas.microsoft.com/office/drawing/2014/main" id="{3EE35412-35F6-4884-27BA-006348BD1693}"/>
                </a:ext>
              </a:extLst>
            </p:cNvPr>
            <p:cNvSpPr/>
            <p:nvPr/>
          </p:nvSpPr>
          <p:spPr>
            <a:xfrm>
              <a:off x="-3493125" y="6244762"/>
              <a:ext cx="1691779" cy="1691779"/>
            </a:xfrm>
            <a:prstGeom prst="blockArc">
              <a:avLst>
                <a:gd name="adj1" fmla="val 8220715"/>
                <a:gd name="adj2" fmla="val 10571043"/>
                <a:gd name="adj3" fmla="val 5195"/>
              </a:avLst>
            </a:prstGeom>
            <a:solidFill>
              <a:srgbClr val="CD645C"/>
            </a:solidFill>
            <a:ln>
              <a:solidFill>
                <a:srgbClr val="CD64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CEB0CD71-E5C3-BAF5-14CF-9D557D6F3E32}"/>
              </a:ext>
            </a:extLst>
          </p:cNvPr>
          <p:cNvGrpSpPr/>
          <p:nvPr/>
        </p:nvGrpSpPr>
        <p:grpSpPr>
          <a:xfrm>
            <a:off x="4476398" y="7823594"/>
            <a:ext cx="2025474" cy="51940"/>
            <a:chOff x="2518277" y="7748649"/>
            <a:chExt cx="1828800" cy="325184"/>
          </a:xfrm>
        </p:grpSpPr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FE1334B0-B82F-5B08-A0E1-8A934D533D37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01E9584A-CD0D-8D5B-22EA-A8A8AE90840D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A3BF6ED3-68AF-508B-0253-B0C5D5DDB43D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298A40E0-C893-C5B8-4A8D-318F9B05AA92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A3D722B7-E2A9-707F-19E1-F2D17D2B01D8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FC2ECF97-9607-A87C-1D66-76B7788A4B8A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D3032829-8812-64D6-05AE-4A63E07EBF9F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EB7E98A8-50B6-827E-0D23-83F1AF44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5D5D07FD-8E1B-94ED-DD85-1AE380EB9DCB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DD11920D-883D-107A-9CC0-990101B9BF74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296C4B18-36E1-2FFA-A93E-61523C7F6714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FB4B4549-B670-7639-9B45-1C1286BB4A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4DD78340-A634-0CE2-3503-88D0DD16F5D6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29BD2F1-8EF8-492A-2809-3197DD24F0EE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516839BB-D751-4F6E-5CD0-871E94A863E9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47642AFB-A8FF-AAA3-7836-5DC025FC1F40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84B55E65-AFE3-6C90-3DA7-B8983529BAC7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DA4B3084-2A45-698C-5493-FD023049FC6A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6B9B0B0-7CFF-0FCC-7EA5-3074BF409915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B0438B8F-B611-F214-2BD6-2FF1BEB62916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1ED99942-93EA-1114-024C-E0E291580F5C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5CD64396-67C3-6723-E7BB-04C74CCEA5CF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5DEBC3D3-A30F-3D50-6020-C2BA4C6EB909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96CE4B50-4A84-58DB-29EB-FE12B31039A6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5F44E415-DF75-1417-5D8A-EC4ADB54814B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E6FB6D52-365E-F307-AF05-E759846B7217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1FF6B7D-DB96-456B-CAC8-13854AC72E6E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B2F088D5-6538-96C7-648E-0D25333704A5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2783E4D4-4A7D-191A-647D-ABA3D9062375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D4DC7CA0-9A4A-D6D7-EBB1-32E0DF9C3F0E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A1F1865B-D43C-ED70-C0E5-B70377D8DF41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82D74F7E-1944-26C1-EFEB-42D9822224CD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791AED7A-09C7-911C-D21E-6A9CF6E9D05C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27B2AA8-C0C5-B170-0D36-9B4CBAB3B1FC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E265A416-B1C4-349F-0E62-06DF26A46745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13B3D7AF-442B-A6DC-4BA1-473D2E83116B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D3A4769C-FF38-88B1-6B21-648DE6AF7E0C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29B6DDE7-DEC8-6DAD-7AC6-42C2D04C1471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EFFD911D-589B-597A-59FD-06D69CC137AE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B38506F2-74A3-5657-BF45-5274389F7CFE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56BCBE1E-2D22-5977-7C4A-CEA5B570CB2B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8B930091-91B9-0DDD-D5F8-1707369A9FA6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5189B892-F912-3CF2-8E2C-89E6F5888D3F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6F432886-E33C-C1D9-FB67-04347D30F4B8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E27FB23A-D929-9B2C-EFE5-1C6F4AA12673}"/>
              </a:ext>
            </a:extLst>
          </p:cNvPr>
          <p:cNvGrpSpPr/>
          <p:nvPr/>
        </p:nvGrpSpPr>
        <p:grpSpPr>
          <a:xfrm>
            <a:off x="4476398" y="7737566"/>
            <a:ext cx="2025474" cy="51940"/>
            <a:chOff x="2518277" y="7748649"/>
            <a:chExt cx="1828800" cy="325184"/>
          </a:xfrm>
        </p:grpSpPr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931EE97E-FAE2-1716-F99E-41BE89E9C0C8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C2D517CC-1305-9DBA-DC2A-B33DEF0A1D78}"/>
                </a:ext>
              </a:extLst>
            </p:cNvPr>
            <p:cNvCxnSpPr>
              <a:cxnSpLocks/>
            </p:cNvCxnSpPr>
            <p:nvPr/>
          </p:nvCxnSpPr>
          <p:spPr>
            <a:xfrm>
              <a:off x="26033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2F6FE355-4EE4-301B-BC36-14F17B8834ED}"/>
                </a:ext>
              </a:extLst>
            </p:cNvPr>
            <p:cNvCxnSpPr>
              <a:cxnSpLocks/>
            </p:cNvCxnSpPr>
            <p:nvPr/>
          </p:nvCxnSpPr>
          <p:spPr>
            <a:xfrm>
              <a:off x="27309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6548A126-96E1-2FAA-6BD1-A037B0AA967D}"/>
                </a:ext>
              </a:extLst>
            </p:cNvPr>
            <p:cNvCxnSpPr>
              <a:cxnSpLocks/>
            </p:cNvCxnSpPr>
            <p:nvPr/>
          </p:nvCxnSpPr>
          <p:spPr>
            <a:xfrm>
              <a:off x="29010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E2B4B10B-FFF7-9ADA-7548-96CD27ECD07F}"/>
                </a:ext>
              </a:extLst>
            </p:cNvPr>
            <p:cNvCxnSpPr>
              <a:cxnSpLocks/>
            </p:cNvCxnSpPr>
            <p:nvPr/>
          </p:nvCxnSpPr>
          <p:spPr>
            <a:xfrm>
              <a:off x="30711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B40A50F-6607-7900-B357-672E817A519D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40C030D0-58AF-AB42-DEA0-68E498949980}"/>
                </a:ext>
              </a:extLst>
            </p:cNvPr>
            <p:cNvCxnSpPr>
              <a:cxnSpLocks/>
            </p:cNvCxnSpPr>
            <p:nvPr/>
          </p:nvCxnSpPr>
          <p:spPr>
            <a:xfrm>
              <a:off x="34114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CB99C4B2-CCB0-A405-E4B6-3064C1DBEE83}"/>
                </a:ext>
              </a:extLst>
            </p:cNvPr>
            <p:cNvCxnSpPr>
              <a:cxnSpLocks/>
            </p:cNvCxnSpPr>
            <p:nvPr/>
          </p:nvCxnSpPr>
          <p:spPr>
            <a:xfrm>
              <a:off x="36240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1E2B2E77-897F-FA6E-EA1B-A39C2628A3E4}"/>
                </a:ext>
              </a:extLst>
            </p:cNvPr>
            <p:cNvCxnSpPr>
              <a:cxnSpLocks/>
            </p:cNvCxnSpPr>
            <p:nvPr/>
          </p:nvCxnSpPr>
          <p:spPr>
            <a:xfrm>
              <a:off x="37941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09F5DEE7-C27E-0704-4EC8-AFD00B990127}"/>
                </a:ext>
              </a:extLst>
            </p:cNvPr>
            <p:cNvCxnSpPr>
              <a:cxnSpLocks/>
            </p:cNvCxnSpPr>
            <p:nvPr/>
          </p:nvCxnSpPr>
          <p:spPr>
            <a:xfrm>
              <a:off x="39217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21611AA2-AD38-C777-6750-8E81EEA3499B}"/>
                </a:ext>
              </a:extLst>
            </p:cNvPr>
            <p:cNvCxnSpPr>
              <a:cxnSpLocks/>
            </p:cNvCxnSpPr>
            <p:nvPr/>
          </p:nvCxnSpPr>
          <p:spPr>
            <a:xfrm>
              <a:off x="40918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6068E567-2C67-39C4-0243-903F954D0D5C}"/>
                </a:ext>
              </a:extLst>
            </p:cNvPr>
            <p:cNvCxnSpPr>
              <a:cxnSpLocks/>
            </p:cNvCxnSpPr>
            <p:nvPr/>
          </p:nvCxnSpPr>
          <p:spPr>
            <a:xfrm>
              <a:off x="26458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B2310939-E48F-1241-B0A5-0CE30C145A59}"/>
                </a:ext>
              </a:extLst>
            </p:cNvPr>
            <p:cNvCxnSpPr>
              <a:cxnSpLocks/>
            </p:cNvCxnSpPr>
            <p:nvPr/>
          </p:nvCxnSpPr>
          <p:spPr>
            <a:xfrm>
              <a:off x="27734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EA85637B-E6C1-AC8B-811D-C55D37BD8F89}"/>
                </a:ext>
              </a:extLst>
            </p:cNvPr>
            <p:cNvCxnSpPr>
              <a:cxnSpLocks/>
            </p:cNvCxnSpPr>
            <p:nvPr/>
          </p:nvCxnSpPr>
          <p:spPr>
            <a:xfrm>
              <a:off x="29435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7D7C7D8B-D689-0639-DEF5-F57DB8AC793D}"/>
                </a:ext>
              </a:extLst>
            </p:cNvPr>
            <p:cNvCxnSpPr>
              <a:cxnSpLocks/>
            </p:cNvCxnSpPr>
            <p:nvPr/>
          </p:nvCxnSpPr>
          <p:spPr>
            <a:xfrm>
              <a:off x="31136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A7662EF5-9A82-D53F-6650-3DA0963F744A}"/>
                </a:ext>
              </a:extLst>
            </p:cNvPr>
            <p:cNvCxnSpPr>
              <a:cxnSpLocks/>
            </p:cNvCxnSpPr>
            <p:nvPr/>
          </p:nvCxnSpPr>
          <p:spPr>
            <a:xfrm>
              <a:off x="32838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5BC007E8-52BE-023C-4131-63643BBF76DD}"/>
                </a:ext>
              </a:extLst>
            </p:cNvPr>
            <p:cNvCxnSpPr>
              <a:cxnSpLocks/>
            </p:cNvCxnSpPr>
            <p:nvPr/>
          </p:nvCxnSpPr>
          <p:spPr>
            <a:xfrm>
              <a:off x="34539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0707C689-BE3B-B4E6-83C0-D3AED1FC1C1B}"/>
                </a:ext>
              </a:extLst>
            </p:cNvPr>
            <p:cNvCxnSpPr>
              <a:cxnSpLocks/>
            </p:cNvCxnSpPr>
            <p:nvPr/>
          </p:nvCxnSpPr>
          <p:spPr>
            <a:xfrm>
              <a:off x="36665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379AEAC1-7D85-2BBD-AE0C-9FB0E46F3090}"/>
                </a:ext>
              </a:extLst>
            </p:cNvPr>
            <p:cNvCxnSpPr>
              <a:cxnSpLocks/>
            </p:cNvCxnSpPr>
            <p:nvPr/>
          </p:nvCxnSpPr>
          <p:spPr>
            <a:xfrm>
              <a:off x="38367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70C7F05E-CD1C-D009-702A-B0C03828A930}"/>
                </a:ext>
              </a:extLst>
            </p:cNvPr>
            <p:cNvCxnSpPr>
              <a:cxnSpLocks/>
            </p:cNvCxnSpPr>
            <p:nvPr/>
          </p:nvCxnSpPr>
          <p:spPr>
            <a:xfrm>
              <a:off x="39642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0DE020E7-7872-1ADB-3346-01ED55EDE8F8}"/>
                </a:ext>
              </a:extLst>
            </p:cNvPr>
            <p:cNvCxnSpPr>
              <a:cxnSpLocks/>
            </p:cNvCxnSpPr>
            <p:nvPr/>
          </p:nvCxnSpPr>
          <p:spPr>
            <a:xfrm>
              <a:off x="41344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915E7779-0B97-9BAE-2E31-EC933ADF83CA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7D6AE197-0D13-322E-40AE-48563DC73024}"/>
                </a:ext>
              </a:extLst>
            </p:cNvPr>
            <p:cNvCxnSpPr>
              <a:cxnSpLocks/>
            </p:cNvCxnSpPr>
            <p:nvPr/>
          </p:nvCxnSpPr>
          <p:spPr>
            <a:xfrm>
              <a:off x="25608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DF75275C-4148-0575-6F32-DCEFC39A16AA}"/>
                </a:ext>
              </a:extLst>
            </p:cNvPr>
            <p:cNvCxnSpPr>
              <a:cxnSpLocks/>
            </p:cNvCxnSpPr>
            <p:nvPr/>
          </p:nvCxnSpPr>
          <p:spPr>
            <a:xfrm>
              <a:off x="26883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82F598B6-066D-AEAA-F70A-540E6C6DCF1A}"/>
                </a:ext>
              </a:extLst>
            </p:cNvPr>
            <p:cNvCxnSpPr>
              <a:cxnSpLocks/>
            </p:cNvCxnSpPr>
            <p:nvPr/>
          </p:nvCxnSpPr>
          <p:spPr>
            <a:xfrm>
              <a:off x="28585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414300ED-E7AA-1C95-CFCD-6E1D41624083}"/>
                </a:ext>
              </a:extLst>
            </p:cNvPr>
            <p:cNvCxnSpPr>
              <a:cxnSpLocks/>
            </p:cNvCxnSpPr>
            <p:nvPr/>
          </p:nvCxnSpPr>
          <p:spPr>
            <a:xfrm>
              <a:off x="30286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BE0F6435-EB1A-D396-3497-3C6AFEA1E53C}"/>
                </a:ext>
              </a:extLst>
            </p:cNvPr>
            <p:cNvCxnSpPr>
              <a:cxnSpLocks/>
            </p:cNvCxnSpPr>
            <p:nvPr/>
          </p:nvCxnSpPr>
          <p:spPr>
            <a:xfrm>
              <a:off x="31987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3BA2C76E-AD2F-7D6C-DF0B-BA0262C6397C}"/>
                </a:ext>
              </a:extLst>
            </p:cNvPr>
            <p:cNvCxnSpPr>
              <a:cxnSpLocks/>
            </p:cNvCxnSpPr>
            <p:nvPr/>
          </p:nvCxnSpPr>
          <p:spPr>
            <a:xfrm>
              <a:off x="33688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68C7384B-58C5-339A-4895-FB6D13856FB9}"/>
                </a:ext>
              </a:extLst>
            </p:cNvPr>
            <p:cNvCxnSpPr>
              <a:cxnSpLocks/>
            </p:cNvCxnSpPr>
            <p:nvPr/>
          </p:nvCxnSpPr>
          <p:spPr>
            <a:xfrm>
              <a:off x="353899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83005949-0901-156E-0050-04C3FCD8BB81}"/>
                </a:ext>
              </a:extLst>
            </p:cNvPr>
            <p:cNvCxnSpPr>
              <a:cxnSpLocks/>
            </p:cNvCxnSpPr>
            <p:nvPr/>
          </p:nvCxnSpPr>
          <p:spPr>
            <a:xfrm>
              <a:off x="37516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7D980D25-BD66-F95C-2E17-EC9D258A4360}"/>
                </a:ext>
              </a:extLst>
            </p:cNvPr>
            <p:cNvCxnSpPr>
              <a:cxnSpLocks/>
            </p:cNvCxnSpPr>
            <p:nvPr/>
          </p:nvCxnSpPr>
          <p:spPr>
            <a:xfrm>
              <a:off x="35815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61157DEF-FC44-90FA-20D8-42B90C27A1C0}"/>
                </a:ext>
              </a:extLst>
            </p:cNvPr>
            <p:cNvCxnSpPr>
              <a:cxnSpLocks/>
            </p:cNvCxnSpPr>
            <p:nvPr/>
          </p:nvCxnSpPr>
          <p:spPr>
            <a:xfrm>
              <a:off x="404935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1B32AC74-5C5F-CCF8-6E02-FA7344222622}"/>
                </a:ext>
              </a:extLst>
            </p:cNvPr>
            <p:cNvCxnSpPr>
              <a:cxnSpLocks/>
            </p:cNvCxnSpPr>
            <p:nvPr/>
          </p:nvCxnSpPr>
          <p:spPr>
            <a:xfrm>
              <a:off x="42194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E4220355-CA73-3190-B836-E35D4FFA2769}"/>
                </a:ext>
              </a:extLst>
            </p:cNvPr>
            <p:cNvCxnSpPr>
              <a:cxnSpLocks/>
            </p:cNvCxnSpPr>
            <p:nvPr/>
          </p:nvCxnSpPr>
          <p:spPr>
            <a:xfrm>
              <a:off x="281598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25EE902E-86B7-D37B-A008-F3B963D7DC24}"/>
                </a:ext>
              </a:extLst>
            </p:cNvPr>
            <p:cNvCxnSpPr>
              <a:cxnSpLocks/>
            </p:cNvCxnSpPr>
            <p:nvPr/>
          </p:nvCxnSpPr>
          <p:spPr>
            <a:xfrm>
              <a:off x="298610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AE60445E-00DB-A08C-F456-B812069AA976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B554A887-9196-3858-F7F5-C27B9AFF3EF4}"/>
                </a:ext>
              </a:extLst>
            </p:cNvPr>
            <p:cNvCxnSpPr>
              <a:cxnSpLocks/>
            </p:cNvCxnSpPr>
            <p:nvPr/>
          </p:nvCxnSpPr>
          <p:spPr>
            <a:xfrm>
              <a:off x="33263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874005E-F2AC-0FCF-91BE-013D29ABC668}"/>
                </a:ext>
              </a:extLst>
            </p:cNvPr>
            <p:cNvCxnSpPr>
              <a:cxnSpLocks/>
            </p:cNvCxnSpPr>
            <p:nvPr/>
          </p:nvCxnSpPr>
          <p:spPr>
            <a:xfrm>
              <a:off x="349646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EE0DA85D-FA00-8434-91BA-57F21B4E82DD}"/>
                </a:ext>
              </a:extLst>
            </p:cNvPr>
            <p:cNvCxnSpPr>
              <a:cxnSpLocks/>
            </p:cNvCxnSpPr>
            <p:nvPr/>
          </p:nvCxnSpPr>
          <p:spPr>
            <a:xfrm>
              <a:off x="370911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5BED869-D1A4-3F10-969F-67E0EF503348}"/>
                </a:ext>
              </a:extLst>
            </p:cNvPr>
            <p:cNvCxnSpPr>
              <a:cxnSpLocks/>
            </p:cNvCxnSpPr>
            <p:nvPr/>
          </p:nvCxnSpPr>
          <p:spPr>
            <a:xfrm>
              <a:off x="38792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D1B3F5EA-D3F5-C8A3-9222-848BF99067B9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2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454FB6F-5587-75DF-04F2-6D33377AA88A}"/>
                </a:ext>
              </a:extLst>
            </p:cNvPr>
            <p:cNvCxnSpPr>
              <a:cxnSpLocks/>
            </p:cNvCxnSpPr>
            <p:nvPr/>
          </p:nvCxnSpPr>
          <p:spPr>
            <a:xfrm>
              <a:off x="417694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61FAD465-FCF7-DE60-E1C1-CCCFF613E1C6}"/>
                </a:ext>
              </a:extLst>
            </p:cNvPr>
            <p:cNvCxnSpPr>
              <a:cxnSpLocks/>
            </p:cNvCxnSpPr>
            <p:nvPr/>
          </p:nvCxnSpPr>
          <p:spPr>
            <a:xfrm>
              <a:off x="430453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E78C05B7-5297-C4BB-EE6F-B315CA60BD3B}"/>
                </a:ext>
              </a:extLst>
            </p:cNvPr>
            <p:cNvCxnSpPr>
              <a:cxnSpLocks/>
            </p:cNvCxnSpPr>
            <p:nvPr/>
          </p:nvCxnSpPr>
          <p:spPr>
            <a:xfrm>
              <a:off x="4347077" y="7748649"/>
              <a:ext cx="0" cy="325184"/>
            </a:xfrm>
            <a:prstGeom prst="line">
              <a:avLst/>
            </a:prstGeom>
            <a:ln w="9525">
              <a:solidFill>
                <a:srgbClr val="FFBC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1813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A046E810-0157-03E7-CC99-1998FD690451}"/>
              </a:ext>
            </a:extLst>
          </p:cNvPr>
          <p:cNvGrpSpPr/>
          <p:nvPr/>
        </p:nvGrpSpPr>
        <p:grpSpPr>
          <a:xfrm>
            <a:off x="570654" y="747646"/>
            <a:ext cx="5716691" cy="7211585"/>
            <a:chOff x="194022" y="290992"/>
            <a:chExt cx="6362163" cy="8025845"/>
          </a:xfrm>
        </p:grpSpPr>
        <p:pic>
          <p:nvPicPr>
            <p:cNvPr id="3" name="Picture 2" descr="A black and white screen with white text&#10;&#10;Description automatically generated">
              <a:extLst>
                <a:ext uri="{FF2B5EF4-FFF2-40B4-BE49-F238E27FC236}">
                  <a16:creationId xmlns:a16="http://schemas.microsoft.com/office/drawing/2014/main" id="{FF5E9364-6B42-F61A-906E-F22A5A73E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560" y="290992"/>
              <a:ext cx="1929410" cy="974352"/>
            </a:xfrm>
            <a:prstGeom prst="rect">
              <a:avLst/>
            </a:prstGeom>
          </p:spPr>
        </p:pic>
        <p:pic>
          <p:nvPicPr>
            <p:cNvPr id="5" name="Picture 4" descr="A black and white sign with text&#10;&#10;Description automatically generated">
              <a:extLst>
                <a:ext uri="{FF2B5EF4-FFF2-40B4-BE49-F238E27FC236}">
                  <a16:creationId xmlns:a16="http://schemas.microsoft.com/office/drawing/2014/main" id="{AB974BB4-16A9-8B60-2E6C-99DEE9C0B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290992"/>
              <a:ext cx="1929408" cy="713881"/>
            </a:xfrm>
            <a:prstGeom prst="rect">
              <a:avLst/>
            </a:prstGeom>
          </p:spPr>
        </p:pic>
        <p:pic>
          <p:nvPicPr>
            <p:cNvPr id="7" name="Picture 6" descr="A screenshot of a computer game&#10;&#10;Description automatically generated">
              <a:extLst>
                <a:ext uri="{FF2B5EF4-FFF2-40B4-BE49-F238E27FC236}">
                  <a16:creationId xmlns:a16="http://schemas.microsoft.com/office/drawing/2014/main" id="{7A589C51-3A45-A6B4-BDF7-C8B999775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345" y="290992"/>
              <a:ext cx="1929409" cy="2189880"/>
            </a:xfrm>
            <a:prstGeom prst="rect">
              <a:avLst/>
            </a:prstGeom>
          </p:spPr>
        </p:pic>
        <p:pic>
          <p:nvPicPr>
            <p:cNvPr id="9" name="Picture 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D63C068-7783-A5CC-AC2B-77B699A18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1199721"/>
              <a:ext cx="1929409" cy="1495292"/>
            </a:xfrm>
            <a:prstGeom prst="rect">
              <a:avLst/>
            </a:prstGeom>
          </p:spPr>
        </p:pic>
        <p:pic>
          <p:nvPicPr>
            <p:cNvPr id="11" name="Picture 1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02242A1-C6DC-4D89-BAA2-E1D849958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022" y="4205354"/>
              <a:ext cx="1929409" cy="1495292"/>
            </a:xfrm>
            <a:prstGeom prst="rect">
              <a:avLst/>
            </a:prstGeom>
          </p:spPr>
        </p:pic>
        <p:pic>
          <p:nvPicPr>
            <p:cNvPr id="13" name="Picture 1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AFB4083-A6AD-EB3E-43B1-683486907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561" y="1385932"/>
              <a:ext cx="1929409" cy="1321645"/>
            </a:xfrm>
            <a:prstGeom prst="rect">
              <a:avLst/>
            </a:prstGeom>
          </p:spPr>
        </p:pic>
        <p:pic>
          <p:nvPicPr>
            <p:cNvPr id="15" name="Picture 1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2854C28-A22D-5D70-26C1-C6AC02D1C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236" y="5560548"/>
              <a:ext cx="1929409" cy="1321645"/>
            </a:xfrm>
            <a:prstGeom prst="rect">
              <a:avLst/>
            </a:prstGeom>
          </p:spPr>
        </p:pic>
        <p:pic>
          <p:nvPicPr>
            <p:cNvPr id="17" name="Picture 1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21C74A4-4183-EEEE-7A37-24717F3B2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2828165"/>
              <a:ext cx="1929409" cy="1495292"/>
            </a:xfrm>
            <a:prstGeom prst="rect">
              <a:avLst/>
            </a:prstGeom>
          </p:spPr>
        </p:pic>
        <p:pic>
          <p:nvPicPr>
            <p:cNvPr id="19" name="Picture 1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E3807F0-B941-253A-CD22-981B9213D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2449" y="6647898"/>
              <a:ext cx="1929410" cy="1668939"/>
            </a:xfrm>
            <a:prstGeom prst="rect">
              <a:avLst/>
            </a:prstGeom>
          </p:spPr>
        </p:pic>
        <p:pic>
          <p:nvPicPr>
            <p:cNvPr id="21" name="Picture 2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325303C-5374-8F2F-B9AE-C64B12783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022" y="5813429"/>
              <a:ext cx="1929410" cy="1668939"/>
            </a:xfrm>
            <a:prstGeom prst="rect">
              <a:avLst/>
            </a:prstGeom>
          </p:spPr>
        </p:pic>
        <p:pic>
          <p:nvPicPr>
            <p:cNvPr id="23" name="Picture 2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6072622F-99D9-B7F7-50C2-73D85EC59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6776" y="4482327"/>
              <a:ext cx="1929409" cy="2016233"/>
            </a:xfrm>
            <a:prstGeom prst="rect">
              <a:avLst/>
            </a:prstGeom>
          </p:spPr>
        </p:pic>
        <p:pic>
          <p:nvPicPr>
            <p:cNvPr id="25" name="Picture 2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285D0C4-F8DB-410D-E721-9C358882E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8237" y="3899857"/>
              <a:ext cx="1929409" cy="1495292"/>
            </a:xfrm>
            <a:prstGeom prst="rect">
              <a:avLst/>
            </a:prstGeom>
          </p:spPr>
        </p:pic>
        <p:pic>
          <p:nvPicPr>
            <p:cNvPr id="27" name="Picture 2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207B906-0B8F-7567-C500-8833D3823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345" y="2580339"/>
              <a:ext cx="1929409" cy="1495292"/>
            </a:xfrm>
            <a:prstGeom prst="rect">
              <a:avLst/>
            </a:prstGeom>
          </p:spPr>
        </p:pic>
        <p:pic>
          <p:nvPicPr>
            <p:cNvPr id="29" name="Picture 28" descr="A screen shot of a game&#10;&#10;Description automatically generated">
              <a:extLst>
                <a:ext uri="{FF2B5EF4-FFF2-40B4-BE49-F238E27FC236}">
                  <a16:creationId xmlns:a16="http://schemas.microsoft.com/office/drawing/2014/main" id="{7AB7EE4E-0E25-1204-4A8B-E86C9DE52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560" y="2828165"/>
              <a:ext cx="1929410" cy="887529"/>
            </a:xfrm>
            <a:prstGeom prst="rect">
              <a:avLst/>
            </a:prstGeom>
          </p:spPr>
        </p:pic>
      </p:grpSp>
      <p:pic>
        <p:nvPicPr>
          <p:cNvPr id="31" name="Picture 30" descr="A magazine with many images&#10;&#10;Description automatically generated with medium confidence">
            <a:extLst>
              <a:ext uri="{FF2B5EF4-FFF2-40B4-BE49-F238E27FC236}">
                <a16:creationId xmlns:a16="http://schemas.microsoft.com/office/drawing/2014/main" id="{D2E20123-E02D-2CC4-84C3-D47A93B1B3E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940" y="83271"/>
            <a:ext cx="5660571" cy="9906000"/>
          </a:xfrm>
          <a:prstGeom prst="rect">
            <a:avLst/>
          </a:prstGeom>
        </p:spPr>
      </p:pic>
      <p:pic>
        <p:nvPicPr>
          <p:cNvPr id="33" name="Picture 32" descr="An open magazine with a picture of people and text&#10;&#10;Description automatically generated">
            <a:extLst>
              <a:ext uri="{FF2B5EF4-FFF2-40B4-BE49-F238E27FC236}">
                <a16:creationId xmlns:a16="http://schemas.microsoft.com/office/drawing/2014/main" id="{1511823F-5265-55B5-2B7D-8CBD250F4FE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56855" y="51260"/>
            <a:ext cx="5660571" cy="9906000"/>
          </a:xfrm>
          <a:prstGeom prst="rect">
            <a:avLst/>
          </a:prstGeom>
        </p:spPr>
      </p:pic>
      <p:pic>
        <p:nvPicPr>
          <p:cNvPr id="35" name="Picture 34" descr="A video game box with a colorful cover&#10;&#10;Description automatically generated">
            <a:extLst>
              <a:ext uri="{FF2B5EF4-FFF2-40B4-BE49-F238E27FC236}">
                <a16:creationId xmlns:a16="http://schemas.microsoft.com/office/drawing/2014/main" id="{C76D8A46-48BD-F0F6-5F20-CFFDA28CF14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118" y="2077281"/>
            <a:ext cx="5660571" cy="99060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4F152AC0-54ED-8A50-D2BE-0C67D099F0E4}"/>
              </a:ext>
            </a:extLst>
          </p:cNvPr>
          <p:cNvGrpSpPr/>
          <p:nvPr/>
        </p:nvGrpSpPr>
        <p:grpSpPr>
          <a:xfrm>
            <a:off x="-25433" y="-309498"/>
            <a:ext cx="4319319" cy="276399"/>
            <a:chOff x="104931" y="-599607"/>
            <a:chExt cx="4319319" cy="46572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DA000CF-AE4B-1AAA-E144-713B1F15055E}"/>
                </a:ext>
              </a:extLst>
            </p:cNvPr>
            <p:cNvSpPr/>
            <p:nvPr/>
          </p:nvSpPr>
          <p:spPr>
            <a:xfrm>
              <a:off x="104931" y="-599607"/>
              <a:ext cx="465723" cy="465723"/>
            </a:xfrm>
            <a:prstGeom prst="rect">
              <a:avLst/>
            </a:prstGeom>
            <a:solidFill>
              <a:srgbClr val="11293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B8328C-69C8-DE1F-CB29-97DA8E06F47F}"/>
                </a:ext>
              </a:extLst>
            </p:cNvPr>
            <p:cNvSpPr/>
            <p:nvPr/>
          </p:nvSpPr>
          <p:spPr>
            <a:xfrm>
              <a:off x="586631" y="-599607"/>
              <a:ext cx="465723" cy="465723"/>
            </a:xfrm>
            <a:prstGeom prst="rect">
              <a:avLst/>
            </a:prstGeom>
            <a:solidFill>
              <a:srgbClr val="4C80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96CF4E4-AA0C-9C07-2B8E-76A396AF8269}"/>
                </a:ext>
              </a:extLst>
            </p:cNvPr>
            <p:cNvSpPr/>
            <p:nvPr/>
          </p:nvSpPr>
          <p:spPr>
            <a:xfrm>
              <a:off x="1068331" y="-599607"/>
              <a:ext cx="465723" cy="465723"/>
            </a:xfrm>
            <a:prstGeom prst="rect">
              <a:avLst/>
            </a:prstGeom>
            <a:solidFill>
              <a:srgbClr val="ACCCB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EB3063F-5537-C5D7-6B7B-0238B3E9CB9A}"/>
                </a:ext>
              </a:extLst>
            </p:cNvPr>
            <p:cNvSpPr/>
            <p:nvPr/>
          </p:nvSpPr>
          <p:spPr>
            <a:xfrm>
              <a:off x="1550031" y="-599607"/>
              <a:ext cx="465723" cy="465723"/>
            </a:xfrm>
            <a:prstGeom prst="rect">
              <a:avLst/>
            </a:prstGeom>
            <a:solidFill>
              <a:srgbClr val="FFFEE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D0BA698-1F3B-2836-A59E-3FE8805F69FE}"/>
                </a:ext>
              </a:extLst>
            </p:cNvPr>
            <p:cNvSpPr/>
            <p:nvPr/>
          </p:nvSpPr>
          <p:spPr>
            <a:xfrm>
              <a:off x="2031731" y="-599607"/>
              <a:ext cx="465723" cy="465723"/>
            </a:xfrm>
            <a:prstGeom prst="rect">
              <a:avLst/>
            </a:prstGeom>
            <a:solidFill>
              <a:srgbClr val="9F5A6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795927-F736-B7F4-4261-8CF1AFBAB2BC}"/>
                </a:ext>
              </a:extLst>
            </p:cNvPr>
            <p:cNvSpPr/>
            <p:nvPr/>
          </p:nvSpPr>
          <p:spPr>
            <a:xfrm>
              <a:off x="2513431" y="-599607"/>
              <a:ext cx="465723" cy="465723"/>
            </a:xfrm>
            <a:prstGeom prst="rect">
              <a:avLst/>
            </a:prstGeom>
            <a:solidFill>
              <a:srgbClr val="CD6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E632933-4A99-2358-EF67-06ECD04BA6C1}"/>
                </a:ext>
              </a:extLst>
            </p:cNvPr>
            <p:cNvSpPr/>
            <p:nvPr/>
          </p:nvSpPr>
          <p:spPr>
            <a:xfrm>
              <a:off x="2995131" y="-599607"/>
              <a:ext cx="465723" cy="465723"/>
            </a:xfrm>
            <a:prstGeom prst="rect">
              <a:avLst/>
            </a:prstGeom>
            <a:solidFill>
              <a:srgbClr val="FFBC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FA698F9-7EEC-FFDD-125A-9EE66722D326}"/>
                </a:ext>
              </a:extLst>
            </p:cNvPr>
            <p:cNvSpPr/>
            <p:nvPr/>
          </p:nvSpPr>
          <p:spPr>
            <a:xfrm>
              <a:off x="3476831" y="-599607"/>
              <a:ext cx="465723" cy="4657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EB63108-50C8-4537-0212-06B1515755F0}"/>
                </a:ext>
              </a:extLst>
            </p:cNvPr>
            <p:cNvSpPr/>
            <p:nvPr/>
          </p:nvSpPr>
          <p:spPr>
            <a:xfrm>
              <a:off x="3958527" y="-599607"/>
              <a:ext cx="465723" cy="4657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340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4434</TotalTime>
  <Words>6</Words>
  <Application>Microsoft Office PowerPoint</Application>
  <PresentationFormat>A4 Paper (210x297 mm)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Clement Artaud</dc:creator>
  <cp:lastModifiedBy>Clement Artaud</cp:lastModifiedBy>
  <cp:revision>3</cp:revision>
  <dcterms:created xsi:type="dcterms:W3CDTF">2023-11-04T21:05:58Z</dcterms:created>
  <dcterms:modified xsi:type="dcterms:W3CDTF">2023-11-07T23:00:07Z</dcterms:modified>
</cp:coreProperties>
</file>